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50" d="100"/>
          <a:sy n="50" d="100"/>
        </p:scale>
        <p:origin x="4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2850" spc="-28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12800" spc="-128"/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日落时的海滩和大海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12800" spc="-128">
                <a:solidFill>
                  <a:srgbClr val="FFFFFF"/>
                </a:soli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2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作者和日期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2850" spc="-28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作者和日期</a:t>
            </a:r>
          </a:p>
        </p:txBody>
      </p:sp>
      <p:sp>
        <p:nvSpPr>
          <p:cNvPr id="2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r>
              <a:t>幻灯片标题</a:t>
            </a:r>
          </a:p>
        </p:txBody>
      </p:sp>
      <p:sp>
        <p:nvSpPr>
          <p:cNvPr id="33" name="日落时天空映衬下的大海"/>
          <p:cNvSpPr>
            <a:spLocks noGrp="1"/>
          </p:cNvSpPr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r>
              <a:t>幻灯片副标题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4180" spc="-41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幻灯片副标题</a:t>
            </a:r>
          </a:p>
        </p:txBody>
      </p:sp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61" name="日落时天空映衬下的大海"/>
          <p:cNvSpPr>
            <a:spLocks noGrp="1"/>
          </p:cNvSpPr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2" name="幻灯片副标题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4180" spc="-41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幻灯片副标题</a:t>
            </a:r>
          </a:p>
        </p:txBody>
      </p:sp>
      <p:sp>
        <p:nvSpPr>
          <p:cNvPr id="6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72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4180" spc="-41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幻灯片副标题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82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4180" spc="-41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幻灯片副标题</a:t>
            </a:r>
          </a:p>
        </p:txBody>
      </p:sp>
      <p:sp>
        <p:nvSpPr>
          <p:cNvPr id="8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节标题"/>
          <p:cNvSpPr txBox="1">
            <a:spLocks noGrp="1"/>
          </p:cNvSpPr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z="12800" spc="0"/>
            </a:lvl1pPr>
          </a:lstStyle>
          <a:p>
            <a:r>
              <a:t>节标题</a:t>
            </a:r>
          </a:p>
        </p:txBody>
      </p:sp>
      <p:sp>
        <p:nvSpPr>
          <p:cNvPr id="9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10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4180" spc="-41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幻灯片副标题</a:t>
            </a:r>
          </a:p>
        </p:txBody>
      </p:sp>
      <p:sp>
        <p:nvSpPr>
          <p:cNvPr id="10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议程标题</a:t>
            </a:r>
          </a:p>
        </p:txBody>
      </p:sp>
      <p:sp>
        <p:nvSpPr>
          <p:cNvPr id="109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议程主题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议程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4180" spc="-41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议程副标题</a:t>
            </a:r>
          </a:p>
        </p:txBody>
      </p:sp>
      <p:sp>
        <p:nvSpPr>
          <p:cNvPr id="11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说明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事实信息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4180" spc="-41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事实信息</a:t>
            </a:r>
          </a:p>
        </p:txBody>
      </p:sp>
      <p:sp>
        <p:nvSpPr>
          <p:cNvPr id="127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处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4180" spc="-41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出处</a:t>
            </a:r>
          </a:p>
        </p:txBody>
      </p:sp>
      <p:sp>
        <p:nvSpPr>
          <p:cNvPr id="136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“著名引文”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日落时天空映衬下的大海 2"/>
          <p:cNvSpPr>
            <a:spLocks noGrp="1"/>
          </p:cNvSpPr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日落时天空映衬下的大海 1"/>
          <p:cNvSpPr>
            <a:spLocks noGrp="1"/>
          </p:cNvSpPr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日落时的海滩和大海"/>
          <p:cNvSpPr>
            <a:spLocks noGrp="1"/>
          </p:cNvSpPr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日落时的海滩和大海"/>
          <p:cNvSpPr>
            <a:spLocks noGrp="1"/>
          </p:cNvSpPr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med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绘图"/>
          <p:cNvGrpSpPr/>
          <p:nvPr/>
        </p:nvGrpSpPr>
        <p:grpSpPr>
          <a:xfrm>
            <a:off x="1674688" y="1501472"/>
            <a:ext cx="14099027" cy="9185089"/>
            <a:chOff x="-1635678" y="-77536"/>
            <a:chExt cx="14099026" cy="9185087"/>
          </a:xfrm>
        </p:grpSpPr>
        <p:sp>
          <p:nvSpPr>
            <p:cNvPr id="171" name="直线"/>
            <p:cNvSpPr/>
            <p:nvPr/>
          </p:nvSpPr>
          <p:spPr>
            <a:xfrm>
              <a:off x="-1272407" y="-77537"/>
              <a:ext cx="1273043" cy="2048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9" extrusionOk="0">
                  <a:moveTo>
                    <a:pt x="21600" y="816"/>
                  </a:moveTo>
                  <a:cubicBezTo>
                    <a:pt x="21600" y="644"/>
                    <a:pt x="21600" y="471"/>
                    <a:pt x="21523" y="356"/>
                  </a:cubicBezTo>
                  <a:cubicBezTo>
                    <a:pt x="21445" y="241"/>
                    <a:pt x="21291" y="184"/>
                    <a:pt x="20719" y="126"/>
                  </a:cubicBezTo>
                  <a:cubicBezTo>
                    <a:pt x="20148" y="69"/>
                    <a:pt x="19159" y="11"/>
                    <a:pt x="18124" y="2"/>
                  </a:cubicBezTo>
                  <a:cubicBezTo>
                    <a:pt x="17088" y="-8"/>
                    <a:pt x="16007" y="30"/>
                    <a:pt x="14910" y="145"/>
                  </a:cubicBezTo>
                  <a:cubicBezTo>
                    <a:pt x="13813" y="260"/>
                    <a:pt x="12700" y="452"/>
                    <a:pt x="11603" y="692"/>
                  </a:cubicBezTo>
                  <a:cubicBezTo>
                    <a:pt x="10506" y="931"/>
                    <a:pt x="9425" y="1219"/>
                    <a:pt x="8405" y="1564"/>
                  </a:cubicBezTo>
                  <a:cubicBezTo>
                    <a:pt x="7385" y="1909"/>
                    <a:pt x="6427" y="2311"/>
                    <a:pt x="5516" y="2742"/>
                  </a:cubicBezTo>
                  <a:cubicBezTo>
                    <a:pt x="4604" y="3174"/>
                    <a:pt x="3739" y="3634"/>
                    <a:pt x="2967" y="4113"/>
                  </a:cubicBezTo>
                  <a:cubicBezTo>
                    <a:pt x="2194" y="4592"/>
                    <a:pt x="1514" y="5090"/>
                    <a:pt x="1097" y="5608"/>
                  </a:cubicBezTo>
                  <a:cubicBezTo>
                    <a:pt x="680" y="6125"/>
                    <a:pt x="525" y="6662"/>
                    <a:pt x="757" y="7170"/>
                  </a:cubicBezTo>
                  <a:cubicBezTo>
                    <a:pt x="989" y="7678"/>
                    <a:pt x="1607" y="8157"/>
                    <a:pt x="2426" y="8588"/>
                  </a:cubicBezTo>
                  <a:cubicBezTo>
                    <a:pt x="3245" y="9019"/>
                    <a:pt x="4264" y="9402"/>
                    <a:pt x="5300" y="9738"/>
                  </a:cubicBezTo>
                  <a:cubicBezTo>
                    <a:pt x="6335" y="10073"/>
                    <a:pt x="7385" y="10361"/>
                    <a:pt x="8452" y="10629"/>
                  </a:cubicBezTo>
                  <a:cubicBezTo>
                    <a:pt x="9518" y="10897"/>
                    <a:pt x="10599" y="11147"/>
                    <a:pt x="11634" y="11386"/>
                  </a:cubicBezTo>
                  <a:cubicBezTo>
                    <a:pt x="12670" y="11626"/>
                    <a:pt x="13658" y="11856"/>
                    <a:pt x="14647" y="12124"/>
                  </a:cubicBezTo>
                  <a:cubicBezTo>
                    <a:pt x="15636" y="12392"/>
                    <a:pt x="16625" y="12699"/>
                    <a:pt x="17567" y="13092"/>
                  </a:cubicBezTo>
                  <a:cubicBezTo>
                    <a:pt x="18510" y="13485"/>
                    <a:pt x="19406" y="13964"/>
                    <a:pt x="20086" y="14462"/>
                  </a:cubicBezTo>
                  <a:cubicBezTo>
                    <a:pt x="20766" y="14961"/>
                    <a:pt x="21229" y="15478"/>
                    <a:pt x="21306" y="15967"/>
                  </a:cubicBezTo>
                  <a:cubicBezTo>
                    <a:pt x="21384" y="16456"/>
                    <a:pt x="21075" y="16916"/>
                    <a:pt x="20488" y="17375"/>
                  </a:cubicBezTo>
                  <a:cubicBezTo>
                    <a:pt x="19900" y="17835"/>
                    <a:pt x="19035" y="18295"/>
                    <a:pt x="18170" y="18688"/>
                  </a:cubicBezTo>
                  <a:cubicBezTo>
                    <a:pt x="17305" y="19081"/>
                    <a:pt x="16439" y="19407"/>
                    <a:pt x="15466" y="19685"/>
                  </a:cubicBezTo>
                  <a:cubicBezTo>
                    <a:pt x="14493" y="19963"/>
                    <a:pt x="13411" y="20193"/>
                    <a:pt x="12268" y="20413"/>
                  </a:cubicBezTo>
                  <a:cubicBezTo>
                    <a:pt x="11124" y="20634"/>
                    <a:pt x="9919" y="20845"/>
                    <a:pt x="8791" y="21027"/>
                  </a:cubicBezTo>
                  <a:cubicBezTo>
                    <a:pt x="7664" y="21209"/>
                    <a:pt x="6613" y="21362"/>
                    <a:pt x="5547" y="21458"/>
                  </a:cubicBezTo>
                  <a:cubicBezTo>
                    <a:pt x="4481" y="21554"/>
                    <a:pt x="3399" y="21592"/>
                    <a:pt x="2472" y="21525"/>
                  </a:cubicBezTo>
                  <a:cubicBezTo>
                    <a:pt x="1545" y="21458"/>
                    <a:pt x="773" y="21285"/>
                    <a:pt x="0" y="2111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2" name="直线"/>
            <p:cNvSpPr/>
            <p:nvPr/>
          </p:nvSpPr>
          <p:spPr>
            <a:xfrm>
              <a:off x="420884" y="229475"/>
              <a:ext cx="1118693" cy="17664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1532" extrusionOk="0">
                  <a:moveTo>
                    <a:pt x="3486" y="932"/>
                  </a:moveTo>
                  <a:cubicBezTo>
                    <a:pt x="3311" y="977"/>
                    <a:pt x="3135" y="1021"/>
                    <a:pt x="2977" y="1177"/>
                  </a:cubicBezTo>
                  <a:cubicBezTo>
                    <a:pt x="2819" y="1332"/>
                    <a:pt x="2678" y="1598"/>
                    <a:pt x="2380" y="2109"/>
                  </a:cubicBezTo>
                  <a:cubicBezTo>
                    <a:pt x="2081" y="2620"/>
                    <a:pt x="1625" y="3374"/>
                    <a:pt x="1256" y="4129"/>
                  </a:cubicBezTo>
                  <a:cubicBezTo>
                    <a:pt x="887" y="4884"/>
                    <a:pt x="606" y="5639"/>
                    <a:pt x="395" y="6427"/>
                  </a:cubicBezTo>
                  <a:cubicBezTo>
                    <a:pt x="185" y="7215"/>
                    <a:pt x="44" y="8036"/>
                    <a:pt x="9" y="8858"/>
                  </a:cubicBezTo>
                  <a:cubicBezTo>
                    <a:pt x="-26" y="9679"/>
                    <a:pt x="44" y="10500"/>
                    <a:pt x="220" y="11322"/>
                  </a:cubicBezTo>
                  <a:cubicBezTo>
                    <a:pt x="395" y="12143"/>
                    <a:pt x="676" y="12964"/>
                    <a:pt x="1063" y="13808"/>
                  </a:cubicBezTo>
                  <a:cubicBezTo>
                    <a:pt x="1449" y="14652"/>
                    <a:pt x="1941" y="15517"/>
                    <a:pt x="2450" y="16305"/>
                  </a:cubicBezTo>
                  <a:cubicBezTo>
                    <a:pt x="2959" y="17094"/>
                    <a:pt x="3486" y="17804"/>
                    <a:pt x="4118" y="18425"/>
                  </a:cubicBezTo>
                  <a:cubicBezTo>
                    <a:pt x="4751" y="19047"/>
                    <a:pt x="5488" y="19580"/>
                    <a:pt x="6401" y="20057"/>
                  </a:cubicBezTo>
                  <a:cubicBezTo>
                    <a:pt x="7314" y="20534"/>
                    <a:pt x="8403" y="20956"/>
                    <a:pt x="9580" y="21223"/>
                  </a:cubicBezTo>
                  <a:cubicBezTo>
                    <a:pt x="10756" y="21489"/>
                    <a:pt x="12021" y="21600"/>
                    <a:pt x="13145" y="21489"/>
                  </a:cubicBezTo>
                  <a:cubicBezTo>
                    <a:pt x="14269" y="21378"/>
                    <a:pt x="15252" y="21045"/>
                    <a:pt x="16183" y="20601"/>
                  </a:cubicBezTo>
                  <a:cubicBezTo>
                    <a:pt x="17114" y="20157"/>
                    <a:pt x="17992" y="19602"/>
                    <a:pt x="18641" y="18936"/>
                  </a:cubicBezTo>
                  <a:cubicBezTo>
                    <a:pt x="19291" y="18270"/>
                    <a:pt x="19713" y="17493"/>
                    <a:pt x="20029" y="16683"/>
                  </a:cubicBezTo>
                  <a:cubicBezTo>
                    <a:pt x="20345" y="15873"/>
                    <a:pt x="20555" y="15029"/>
                    <a:pt x="20749" y="14152"/>
                  </a:cubicBezTo>
                  <a:cubicBezTo>
                    <a:pt x="20942" y="13275"/>
                    <a:pt x="21117" y="12365"/>
                    <a:pt x="21240" y="11521"/>
                  </a:cubicBezTo>
                  <a:cubicBezTo>
                    <a:pt x="21363" y="10678"/>
                    <a:pt x="21434" y="9901"/>
                    <a:pt x="21486" y="9113"/>
                  </a:cubicBezTo>
                  <a:cubicBezTo>
                    <a:pt x="21539" y="8325"/>
                    <a:pt x="21574" y="7526"/>
                    <a:pt x="21574" y="6693"/>
                  </a:cubicBezTo>
                  <a:cubicBezTo>
                    <a:pt x="21574" y="5861"/>
                    <a:pt x="21539" y="4995"/>
                    <a:pt x="21381" y="4173"/>
                  </a:cubicBezTo>
                  <a:cubicBezTo>
                    <a:pt x="21223" y="3352"/>
                    <a:pt x="20942" y="2575"/>
                    <a:pt x="20678" y="1942"/>
                  </a:cubicBezTo>
                  <a:cubicBezTo>
                    <a:pt x="20415" y="1310"/>
                    <a:pt x="20169" y="821"/>
                    <a:pt x="20064" y="522"/>
                  </a:cubicBezTo>
                  <a:cubicBezTo>
                    <a:pt x="19958" y="222"/>
                    <a:pt x="19994" y="111"/>
                    <a:pt x="20029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3" name="直线"/>
            <p:cNvSpPr/>
            <p:nvPr/>
          </p:nvSpPr>
          <p:spPr>
            <a:xfrm>
              <a:off x="2138762" y="324179"/>
              <a:ext cx="265901" cy="1454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1" extrusionOk="0">
                  <a:moveTo>
                    <a:pt x="21600" y="378"/>
                  </a:moveTo>
                  <a:cubicBezTo>
                    <a:pt x="21156" y="189"/>
                    <a:pt x="20712" y="0"/>
                    <a:pt x="20416" y="0"/>
                  </a:cubicBezTo>
                  <a:cubicBezTo>
                    <a:pt x="20121" y="0"/>
                    <a:pt x="19973" y="189"/>
                    <a:pt x="19159" y="728"/>
                  </a:cubicBezTo>
                  <a:cubicBezTo>
                    <a:pt x="18345" y="1267"/>
                    <a:pt x="16866" y="2157"/>
                    <a:pt x="15534" y="3169"/>
                  </a:cubicBezTo>
                  <a:cubicBezTo>
                    <a:pt x="14203" y="4180"/>
                    <a:pt x="13019" y="5312"/>
                    <a:pt x="12058" y="6337"/>
                  </a:cubicBezTo>
                  <a:cubicBezTo>
                    <a:pt x="11096" y="7362"/>
                    <a:pt x="10356" y="8279"/>
                    <a:pt x="9542" y="9222"/>
                  </a:cubicBezTo>
                  <a:cubicBezTo>
                    <a:pt x="8729" y="10166"/>
                    <a:pt x="7841" y="11137"/>
                    <a:pt x="6805" y="12202"/>
                  </a:cubicBezTo>
                  <a:cubicBezTo>
                    <a:pt x="5770" y="13267"/>
                    <a:pt x="4586" y="14427"/>
                    <a:pt x="3477" y="15587"/>
                  </a:cubicBezTo>
                  <a:cubicBezTo>
                    <a:pt x="2367" y="16746"/>
                    <a:pt x="1331" y="17906"/>
                    <a:pt x="740" y="18863"/>
                  </a:cubicBezTo>
                  <a:cubicBezTo>
                    <a:pt x="148" y="19820"/>
                    <a:pt x="0" y="20575"/>
                    <a:pt x="0" y="21020"/>
                  </a:cubicBezTo>
                  <a:cubicBezTo>
                    <a:pt x="0" y="21465"/>
                    <a:pt x="148" y="21600"/>
                    <a:pt x="370" y="21519"/>
                  </a:cubicBezTo>
                  <a:cubicBezTo>
                    <a:pt x="592" y="21438"/>
                    <a:pt x="888" y="21142"/>
                    <a:pt x="1258" y="20710"/>
                  </a:cubicBezTo>
                  <a:cubicBezTo>
                    <a:pt x="1627" y="20279"/>
                    <a:pt x="2071" y="19712"/>
                    <a:pt x="2515" y="1914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4" name="直线"/>
            <p:cNvSpPr/>
            <p:nvPr/>
          </p:nvSpPr>
          <p:spPr>
            <a:xfrm>
              <a:off x="2366416" y="351497"/>
              <a:ext cx="387924" cy="12041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4" extrusionOk="0">
                  <a:moveTo>
                    <a:pt x="0" y="2219"/>
                  </a:moveTo>
                  <a:cubicBezTo>
                    <a:pt x="406" y="1566"/>
                    <a:pt x="811" y="914"/>
                    <a:pt x="1166" y="522"/>
                  </a:cubicBezTo>
                  <a:cubicBezTo>
                    <a:pt x="1521" y="131"/>
                    <a:pt x="1825" y="0"/>
                    <a:pt x="2231" y="0"/>
                  </a:cubicBezTo>
                  <a:cubicBezTo>
                    <a:pt x="2637" y="0"/>
                    <a:pt x="3144" y="131"/>
                    <a:pt x="4056" y="685"/>
                  </a:cubicBezTo>
                  <a:cubicBezTo>
                    <a:pt x="4969" y="1240"/>
                    <a:pt x="6287" y="2219"/>
                    <a:pt x="7251" y="3263"/>
                  </a:cubicBezTo>
                  <a:cubicBezTo>
                    <a:pt x="8214" y="4307"/>
                    <a:pt x="8823" y="5416"/>
                    <a:pt x="9380" y="6558"/>
                  </a:cubicBezTo>
                  <a:cubicBezTo>
                    <a:pt x="9938" y="7700"/>
                    <a:pt x="10445" y="8875"/>
                    <a:pt x="10901" y="10033"/>
                  </a:cubicBezTo>
                  <a:cubicBezTo>
                    <a:pt x="11358" y="11192"/>
                    <a:pt x="11763" y="12334"/>
                    <a:pt x="12270" y="13508"/>
                  </a:cubicBezTo>
                  <a:cubicBezTo>
                    <a:pt x="12777" y="14683"/>
                    <a:pt x="13386" y="15890"/>
                    <a:pt x="14400" y="17048"/>
                  </a:cubicBezTo>
                  <a:cubicBezTo>
                    <a:pt x="15414" y="18207"/>
                    <a:pt x="16834" y="19316"/>
                    <a:pt x="17848" y="20034"/>
                  </a:cubicBezTo>
                  <a:cubicBezTo>
                    <a:pt x="18862" y="20752"/>
                    <a:pt x="19470" y="21078"/>
                    <a:pt x="19977" y="21290"/>
                  </a:cubicBezTo>
                  <a:cubicBezTo>
                    <a:pt x="20485" y="21502"/>
                    <a:pt x="20890" y="21600"/>
                    <a:pt x="21144" y="21567"/>
                  </a:cubicBezTo>
                  <a:cubicBezTo>
                    <a:pt x="21397" y="21535"/>
                    <a:pt x="21499" y="21372"/>
                    <a:pt x="21600" y="2120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5" name="直线"/>
            <p:cNvSpPr/>
            <p:nvPr/>
          </p:nvSpPr>
          <p:spPr>
            <a:xfrm>
              <a:off x="2831143" y="237795"/>
              <a:ext cx="255065" cy="1284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4" h="21488" extrusionOk="0">
                  <a:moveTo>
                    <a:pt x="19736" y="135"/>
                  </a:moveTo>
                  <a:cubicBezTo>
                    <a:pt x="20348" y="43"/>
                    <a:pt x="20961" y="-48"/>
                    <a:pt x="21268" y="28"/>
                  </a:cubicBezTo>
                  <a:cubicBezTo>
                    <a:pt x="21574" y="104"/>
                    <a:pt x="21574" y="348"/>
                    <a:pt x="20731" y="1034"/>
                  </a:cubicBezTo>
                  <a:cubicBezTo>
                    <a:pt x="19889" y="1719"/>
                    <a:pt x="18204" y="2846"/>
                    <a:pt x="16519" y="3973"/>
                  </a:cubicBezTo>
                  <a:cubicBezTo>
                    <a:pt x="14834" y="5101"/>
                    <a:pt x="13148" y="6228"/>
                    <a:pt x="11617" y="7264"/>
                  </a:cubicBezTo>
                  <a:cubicBezTo>
                    <a:pt x="10085" y="8300"/>
                    <a:pt x="8706" y="9244"/>
                    <a:pt x="7480" y="10204"/>
                  </a:cubicBezTo>
                  <a:cubicBezTo>
                    <a:pt x="6255" y="11163"/>
                    <a:pt x="5183" y="12138"/>
                    <a:pt x="4110" y="13281"/>
                  </a:cubicBezTo>
                  <a:cubicBezTo>
                    <a:pt x="3038" y="14423"/>
                    <a:pt x="1965" y="15733"/>
                    <a:pt x="1276" y="16952"/>
                  </a:cubicBezTo>
                  <a:cubicBezTo>
                    <a:pt x="587" y="18170"/>
                    <a:pt x="280" y="19298"/>
                    <a:pt x="127" y="19998"/>
                  </a:cubicBezTo>
                  <a:cubicBezTo>
                    <a:pt x="-26" y="20699"/>
                    <a:pt x="-26" y="20973"/>
                    <a:pt x="51" y="21186"/>
                  </a:cubicBezTo>
                  <a:cubicBezTo>
                    <a:pt x="127" y="21400"/>
                    <a:pt x="280" y="21552"/>
                    <a:pt x="434" y="21461"/>
                  </a:cubicBezTo>
                  <a:cubicBezTo>
                    <a:pt x="587" y="21369"/>
                    <a:pt x="740" y="21034"/>
                    <a:pt x="893" y="2069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6" name="直线"/>
            <p:cNvSpPr/>
            <p:nvPr/>
          </p:nvSpPr>
          <p:spPr>
            <a:xfrm>
              <a:off x="3093088" y="216577"/>
              <a:ext cx="305968" cy="14279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7" extrusionOk="0">
                  <a:moveTo>
                    <a:pt x="0" y="277"/>
                  </a:moveTo>
                  <a:cubicBezTo>
                    <a:pt x="257" y="112"/>
                    <a:pt x="514" y="-53"/>
                    <a:pt x="771" y="16"/>
                  </a:cubicBezTo>
                  <a:cubicBezTo>
                    <a:pt x="1029" y="84"/>
                    <a:pt x="1286" y="387"/>
                    <a:pt x="1607" y="1074"/>
                  </a:cubicBezTo>
                  <a:cubicBezTo>
                    <a:pt x="1929" y="1761"/>
                    <a:pt x="2314" y="2832"/>
                    <a:pt x="2829" y="3945"/>
                  </a:cubicBezTo>
                  <a:cubicBezTo>
                    <a:pt x="3343" y="5058"/>
                    <a:pt x="3986" y="6213"/>
                    <a:pt x="4693" y="7229"/>
                  </a:cubicBezTo>
                  <a:cubicBezTo>
                    <a:pt x="5400" y="8246"/>
                    <a:pt x="6171" y="9126"/>
                    <a:pt x="7200" y="10087"/>
                  </a:cubicBezTo>
                  <a:cubicBezTo>
                    <a:pt x="8229" y="11049"/>
                    <a:pt x="9514" y="12094"/>
                    <a:pt x="10993" y="13179"/>
                  </a:cubicBezTo>
                  <a:cubicBezTo>
                    <a:pt x="12471" y="14265"/>
                    <a:pt x="14143" y="15391"/>
                    <a:pt x="15621" y="16491"/>
                  </a:cubicBezTo>
                  <a:cubicBezTo>
                    <a:pt x="17100" y="17590"/>
                    <a:pt x="18386" y="18662"/>
                    <a:pt x="19350" y="19500"/>
                  </a:cubicBezTo>
                  <a:cubicBezTo>
                    <a:pt x="20314" y="20338"/>
                    <a:pt x="20957" y="20942"/>
                    <a:pt x="21600" y="2154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7" name="直线"/>
            <p:cNvSpPr/>
            <p:nvPr/>
          </p:nvSpPr>
          <p:spPr>
            <a:xfrm>
              <a:off x="3639771" y="191229"/>
              <a:ext cx="261946" cy="1412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1587" extrusionOk="0">
                  <a:moveTo>
                    <a:pt x="21574" y="0"/>
                  </a:moveTo>
                  <a:cubicBezTo>
                    <a:pt x="20524" y="0"/>
                    <a:pt x="19474" y="0"/>
                    <a:pt x="18274" y="223"/>
                  </a:cubicBezTo>
                  <a:cubicBezTo>
                    <a:pt x="17074" y="445"/>
                    <a:pt x="15724" y="891"/>
                    <a:pt x="14224" y="1642"/>
                  </a:cubicBezTo>
                  <a:cubicBezTo>
                    <a:pt x="12724" y="2394"/>
                    <a:pt x="11074" y="3452"/>
                    <a:pt x="9724" y="4426"/>
                  </a:cubicBezTo>
                  <a:cubicBezTo>
                    <a:pt x="8374" y="5400"/>
                    <a:pt x="7324" y="6291"/>
                    <a:pt x="6274" y="7307"/>
                  </a:cubicBezTo>
                  <a:cubicBezTo>
                    <a:pt x="5224" y="8323"/>
                    <a:pt x="4174" y="9464"/>
                    <a:pt x="3274" y="10647"/>
                  </a:cubicBezTo>
                  <a:cubicBezTo>
                    <a:pt x="2374" y="11830"/>
                    <a:pt x="1624" y="13055"/>
                    <a:pt x="1099" y="14196"/>
                  </a:cubicBezTo>
                  <a:cubicBezTo>
                    <a:pt x="574" y="15337"/>
                    <a:pt x="274" y="16395"/>
                    <a:pt x="124" y="17466"/>
                  </a:cubicBezTo>
                  <a:cubicBezTo>
                    <a:pt x="-26" y="18538"/>
                    <a:pt x="-26" y="19624"/>
                    <a:pt x="49" y="20264"/>
                  </a:cubicBezTo>
                  <a:cubicBezTo>
                    <a:pt x="124" y="20904"/>
                    <a:pt x="274" y="21099"/>
                    <a:pt x="499" y="21266"/>
                  </a:cubicBezTo>
                  <a:cubicBezTo>
                    <a:pt x="724" y="21433"/>
                    <a:pt x="1024" y="21572"/>
                    <a:pt x="1324" y="21586"/>
                  </a:cubicBezTo>
                  <a:cubicBezTo>
                    <a:pt x="1624" y="21600"/>
                    <a:pt x="1924" y="21489"/>
                    <a:pt x="2224" y="2137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8" name="直线"/>
            <p:cNvSpPr/>
            <p:nvPr/>
          </p:nvSpPr>
          <p:spPr>
            <a:xfrm>
              <a:off x="3852542" y="315218"/>
              <a:ext cx="338751" cy="11818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1" extrusionOk="0">
                  <a:moveTo>
                    <a:pt x="0" y="926"/>
                  </a:moveTo>
                  <a:cubicBezTo>
                    <a:pt x="465" y="595"/>
                    <a:pt x="929" y="263"/>
                    <a:pt x="1452" y="97"/>
                  </a:cubicBezTo>
                  <a:cubicBezTo>
                    <a:pt x="1974" y="-69"/>
                    <a:pt x="2555" y="-69"/>
                    <a:pt x="3426" y="478"/>
                  </a:cubicBezTo>
                  <a:cubicBezTo>
                    <a:pt x="4297" y="1026"/>
                    <a:pt x="5458" y="2121"/>
                    <a:pt x="6445" y="3183"/>
                  </a:cubicBezTo>
                  <a:cubicBezTo>
                    <a:pt x="7432" y="4244"/>
                    <a:pt x="8245" y="5273"/>
                    <a:pt x="9000" y="6302"/>
                  </a:cubicBezTo>
                  <a:cubicBezTo>
                    <a:pt x="9755" y="7330"/>
                    <a:pt x="10452" y="8359"/>
                    <a:pt x="11090" y="9387"/>
                  </a:cubicBezTo>
                  <a:cubicBezTo>
                    <a:pt x="11729" y="10416"/>
                    <a:pt x="12310" y="11444"/>
                    <a:pt x="13065" y="12606"/>
                  </a:cubicBezTo>
                  <a:cubicBezTo>
                    <a:pt x="13819" y="13767"/>
                    <a:pt x="14748" y="15061"/>
                    <a:pt x="15968" y="16355"/>
                  </a:cubicBezTo>
                  <a:cubicBezTo>
                    <a:pt x="17187" y="17649"/>
                    <a:pt x="18697" y="18943"/>
                    <a:pt x="19684" y="19806"/>
                  </a:cubicBezTo>
                  <a:cubicBezTo>
                    <a:pt x="20671" y="20668"/>
                    <a:pt x="21135" y="21100"/>
                    <a:pt x="21600" y="2153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9" name="直线"/>
            <p:cNvSpPr/>
            <p:nvPr/>
          </p:nvSpPr>
          <p:spPr>
            <a:xfrm>
              <a:off x="4235002" y="132551"/>
              <a:ext cx="393387" cy="13122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38" extrusionOk="0">
                  <a:moveTo>
                    <a:pt x="21600" y="66"/>
                  </a:moveTo>
                  <a:cubicBezTo>
                    <a:pt x="21100" y="7"/>
                    <a:pt x="20600" y="-53"/>
                    <a:pt x="19900" y="81"/>
                  </a:cubicBezTo>
                  <a:cubicBezTo>
                    <a:pt x="19200" y="215"/>
                    <a:pt x="18300" y="542"/>
                    <a:pt x="17250" y="1197"/>
                  </a:cubicBezTo>
                  <a:cubicBezTo>
                    <a:pt x="16200" y="1851"/>
                    <a:pt x="15000" y="2833"/>
                    <a:pt x="14050" y="3740"/>
                  </a:cubicBezTo>
                  <a:cubicBezTo>
                    <a:pt x="13100" y="4648"/>
                    <a:pt x="12400" y="5481"/>
                    <a:pt x="11600" y="6373"/>
                  </a:cubicBezTo>
                  <a:cubicBezTo>
                    <a:pt x="10800" y="7266"/>
                    <a:pt x="9900" y="8218"/>
                    <a:pt x="8900" y="9215"/>
                  </a:cubicBezTo>
                  <a:cubicBezTo>
                    <a:pt x="7900" y="10211"/>
                    <a:pt x="6800" y="11253"/>
                    <a:pt x="5750" y="12309"/>
                  </a:cubicBezTo>
                  <a:cubicBezTo>
                    <a:pt x="4700" y="13365"/>
                    <a:pt x="3700" y="14436"/>
                    <a:pt x="2900" y="15522"/>
                  </a:cubicBezTo>
                  <a:cubicBezTo>
                    <a:pt x="2100" y="16608"/>
                    <a:pt x="1500" y="17709"/>
                    <a:pt x="1050" y="18884"/>
                  </a:cubicBezTo>
                  <a:cubicBezTo>
                    <a:pt x="600" y="20059"/>
                    <a:pt x="300" y="21309"/>
                    <a:pt x="150" y="21428"/>
                  </a:cubicBezTo>
                  <a:cubicBezTo>
                    <a:pt x="0" y="21547"/>
                    <a:pt x="0" y="20535"/>
                    <a:pt x="0" y="1952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0" name="直线"/>
            <p:cNvSpPr/>
            <p:nvPr/>
          </p:nvSpPr>
          <p:spPr>
            <a:xfrm>
              <a:off x="4475404" y="262404"/>
              <a:ext cx="333287" cy="1197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60" extrusionOk="0">
                  <a:moveTo>
                    <a:pt x="0" y="1269"/>
                  </a:moveTo>
                  <a:cubicBezTo>
                    <a:pt x="944" y="715"/>
                    <a:pt x="1889" y="160"/>
                    <a:pt x="3187" y="30"/>
                  </a:cubicBezTo>
                  <a:cubicBezTo>
                    <a:pt x="4485" y="-101"/>
                    <a:pt x="6138" y="193"/>
                    <a:pt x="7554" y="943"/>
                  </a:cubicBezTo>
                  <a:cubicBezTo>
                    <a:pt x="8970" y="1694"/>
                    <a:pt x="10151" y="2901"/>
                    <a:pt x="11036" y="4206"/>
                  </a:cubicBezTo>
                  <a:cubicBezTo>
                    <a:pt x="11921" y="5511"/>
                    <a:pt x="12511" y="6914"/>
                    <a:pt x="12925" y="8170"/>
                  </a:cubicBezTo>
                  <a:cubicBezTo>
                    <a:pt x="13338" y="9426"/>
                    <a:pt x="13574" y="10536"/>
                    <a:pt x="13869" y="11629"/>
                  </a:cubicBezTo>
                  <a:cubicBezTo>
                    <a:pt x="14164" y="12722"/>
                    <a:pt x="14518" y="13799"/>
                    <a:pt x="15049" y="14957"/>
                  </a:cubicBezTo>
                  <a:cubicBezTo>
                    <a:pt x="15580" y="16115"/>
                    <a:pt x="16289" y="17355"/>
                    <a:pt x="17174" y="18416"/>
                  </a:cubicBezTo>
                  <a:cubicBezTo>
                    <a:pt x="18059" y="19476"/>
                    <a:pt x="19121" y="20357"/>
                    <a:pt x="19889" y="20863"/>
                  </a:cubicBezTo>
                  <a:cubicBezTo>
                    <a:pt x="20656" y="21368"/>
                    <a:pt x="21128" y="21499"/>
                    <a:pt x="21364" y="21450"/>
                  </a:cubicBezTo>
                  <a:cubicBezTo>
                    <a:pt x="21600" y="21401"/>
                    <a:pt x="21600" y="21173"/>
                    <a:pt x="21600" y="2094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1" name="直线"/>
            <p:cNvSpPr/>
            <p:nvPr/>
          </p:nvSpPr>
          <p:spPr>
            <a:xfrm>
              <a:off x="5386868" y="207620"/>
              <a:ext cx="509099" cy="424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4" h="20982" extrusionOk="0">
                  <a:moveTo>
                    <a:pt x="735" y="2700"/>
                  </a:moveTo>
                  <a:cubicBezTo>
                    <a:pt x="350" y="5400"/>
                    <a:pt x="-36" y="8100"/>
                    <a:pt x="3" y="11250"/>
                  </a:cubicBezTo>
                  <a:cubicBezTo>
                    <a:pt x="41" y="14400"/>
                    <a:pt x="504" y="18000"/>
                    <a:pt x="2124" y="19800"/>
                  </a:cubicBezTo>
                  <a:cubicBezTo>
                    <a:pt x="3744" y="21600"/>
                    <a:pt x="6521" y="21600"/>
                    <a:pt x="9491" y="18000"/>
                  </a:cubicBezTo>
                  <a:cubicBezTo>
                    <a:pt x="12461" y="14400"/>
                    <a:pt x="15624" y="7200"/>
                    <a:pt x="17668" y="3600"/>
                  </a:cubicBezTo>
                  <a:cubicBezTo>
                    <a:pt x="19713" y="0"/>
                    <a:pt x="20638" y="0"/>
                    <a:pt x="21564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2" name="直线"/>
            <p:cNvSpPr/>
            <p:nvPr/>
          </p:nvSpPr>
          <p:spPr>
            <a:xfrm>
              <a:off x="5308376" y="376995"/>
              <a:ext cx="35757" cy="1049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4" h="21600" extrusionOk="0">
                  <a:moveTo>
                    <a:pt x="11484" y="0"/>
                  </a:moveTo>
                  <a:cubicBezTo>
                    <a:pt x="10404" y="1050"/>
                    <a:pt x="9324" y="2100"/>
                    <a:pt x="8244" y="3450"/>
                  </a:cubicBezTo>
                  <a:cubicBezTo>
                    <a:pt x="7164" y="4800"/>
                    <a:pt x="6084" y="6450"/>
                    <a:pt x="5004" y="7950"/>
                  </a:cubicBezTo>
                  <a:cubicBezTo>
                    <a:pt x="3924" y="9450"/>
                    <a:pt x="2844" y="10800"/>
                    <a:pt x="1764" y="12225"/>
                  </a:cubicBezTo>
                  <a:cubicBezTo>
                    <a:pt x="684" y="13650"/>
                    <a:pt x="-396" y="15150"/>
                    <a:pt x="144" y="16425"/>
                  </a:cubicBezTo>
                  <a:cubicBezTo>
                    <a:pt x="684" y="17700"/>
                    <a:pt x="2844" y="18750"/>
                    <a:pt x="6624" y="19575"/>
                  </a:cubicBezTo>
                  <a:cubicBezTo>
                    <a:pt x="10404" y="20400"/>
                    <a:pt x="15804" y="21000"/>
                    <a:pt x="21204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3" name="直线"/>
            <p:cNvSpPr/>
            <p:nvPr/>
          </p:nvSpPr>
          <p:spPr>
            <a:xfrm>
              <a:off x="5322277" y="661107"/>
              <a:ext cx="513589" cy="125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528" y="19096"/>
                    <a:pt x="5055" y="16591"/>
                    <a:pt x="7966" y="13148"/>
                  </a:cubicBezTo>
                  <a:cubicBezTo>
                    <a:pt x="10877" y="9704"/>
                    <a:pt x="14170" y="5322"/>
                    <a:pt x="16506" y="2974"/>
                  </a:cubicBezTo>
                  <a:cubicBezTo>
                    <a:pt x="18843" y="626"/>
                    <a:pt x="20221" y="31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4" name="直线"/>
            <p:cNvSpPr/>
            <p:nvPr/>
          </p:nvSpPr>
          <p:spPr>
            <a:xfrm>
              <a:off x="5301886" y="1300360"/>
              <a:ext cx="577690" cy="254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5" h="21429" extrusionOk="0">
                  <a:moveTo>
                    <a:pt x="353" y="17923"/>
                  </a:moveTo>
                  <a:cubicBezTo>
                    <a:pt x="149" y="19149"/>
                    <a:pt x="-55" y="20374"/>
                    <a:pt x="13" y="20987"/>
                  </a:cubicBezTo>
                  <a:cubicBezTo>
                    <a:pt x="81" y="21600"/>
                    <a:pt x="420" y="21600"/>
                    <a:pt x="1847" y="20834"/>
                  </a:cubicBezTo>
                  <a:cubicBezTo>
                    <a:pt x="3273" y="20068"/>
                    <a:pt x="5787" y="18536"/>
                    <a:pt x="8232" y="16315"/>
                  </a:cubicBezTo>
                  <a:cubicBezTo>
                    <a:pt x="10677" y="14094"/>
                    <a:pt x="13054" y="11183"/>
                    <a:pt x="15262" y="8349"/>
                  </a:cubicBezTo>
                  <a:cubicBezTo>
                    <a:pt x="17470" y="5515"/>
                    <a:pt x="19507" y="2757"/>
                    <a:pt x="21545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5" name="直线"/>
            <p:cNvSpPr/>
            <p:nvPr/>
          </p:nvSpPr>
          <p:spPr>
            <a:xfrm>
              <a:off x="6699130" y="278648"/>
              <a:ext cx="163912" cy="11486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6" extrusionOk="0">
                  <a:moveTo>
                    <a:pt x="21600" y="0"/>
                  </a:moveTo>
                  <a:cubicBezTo>
                    <a:pt x="19920" y="478"/>
                    <a:pt x="18240" y="957"/>
                    <a:pt x="16680" y="1743"/>
                  </a:cubicBezTo>
                  <a:cubicBezTo>
                    <a:pt x="15120" y="2529"/>
                    <a:pt x="13680" y="3623"/>
                    <a:pt x="12480" y="4699"/>
                  </a:cubicBezTo>
                  <a:cubicBezTo>
                    <a:pt x="11280" y="5776"/>
                    <a:pt x="10320" y="6835"/>
                    <a:pt x="9240" y="7878"/>
                  </a:cubicBezTo>
                  <a:cubicBezTo>
                    <a:pt x="8160" y="8920"/>
                    <a:pt x="6960" y="9946"/>
                    <a:pt x="5880" y="11159"/>
                  </a:cubicBezTo>
                  <a:cubicBezTo>
                    <a:pt x="4800" y="12372"/>
                    <a:pt x="3840" y="13773"/>
                    <a:pt x="3240" y="15106"/>
                  </a:cubicBezTo>
                  <a:cubicBezTo>
                    <a:pt x="2640" y="16439"/>
                    <a:pt x="2400" y="17704"/>
                    <a:pt x="2040" y="18695"/>
                  </a:cubicBezTo>
                  <a:cubicBezTo>
                    <a:pt x="1680" y="19686"/>
                    <a:pt x="1200" y="20404"/>
                    <a:pt x="840" y="20882"/>
                  </a:cubicBezTo>
                  <a:cubicBezTo>
                    <a:pt x="480" y="21361"/>
                    <a:pt x="240" y="21600"/>
                    <a:pt x="120" y="21549"/>
                  </a:cubicBezTo>
                  <a:cubicBezTo>
                    <a:pt x="0" y="21497"/>
                    <a:pt x="0" y="21156"/>
                    <a:pt x="0" y="2081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6" name="直线"/>
            <p:cNvSpPr/>
            <p:nvPr/>
          </p:nvSpPr>
          <p:spPr>
            <a:xfrm>
              <a:off x="6645538" y="-25847"/>
              <a:ext cx="670991" cy="1287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5" h="21515" extrusionOk="0">
                  <a:moveTo>
                    <a:pt x="3267" y="1071"/>
                  </a:moveTo>
                  <a:cubicBezTo>
                    <a:pt x="4773" y="645"/>
                    <a:pt x="6279" y="219"/>
                    <a:pt x="8045" y="67"/>
                  </a:cubicBezTo>
                  <a:cubicBezTo>
                    <a:pt x="9811" y="-85"/>
                    <a:pt x="11838" y="37"/>
                    <a:pt x="13633" y="295"/>
                  </a:cubicBezTo>
                  <a:cubicBezTo>
                    <a:pt x="15428" y="554"/>
                    <a:pt x="16992" y="949"/>
                    <a:pt x="18005" y="1573"/>
                  </a:cubicBezTo>
                  <a:cubicBezTo>
                    <a:pt x="19019" y="2197"/>
                    <a:pt x="19482" y="3049"/>
                    <a:pt x="19482" y="3885"/>
                  </a:cubicBezTo>
                  <a:cubicBezTo>
                    <a:pt x="19482" y="4722"/>
                    <a:pt x="19019" y="5543"/>
                    <a:pt x="18179" y="6365"/>
                  </a:cubicBezTo>
                  <a:cubicBezTo>
                    <a:pt x="17339" y="7186"/>
                    <a:pt x="16123" y="8007"/>
                    <a:pt x="14733" y="8829"/>
                  </a:cubicBezTo>
                  <a:cubicBezTo>
                    <a:pt x="13344" y="9650"/>
                    <a:pt x="11780" y="10472"/>
                    <a:pt x="10159" y="11293"/>
                  </a:cubicBezTo>
                  <a:cubicBezTo>
                    <a:pt x="8537" y="12114"/>
                    <a:pt x="6858" y="12936"/>
                    <a:pt x="5207" y="13757"/>
                  </a:cubicBezTo>
                  <a:cubicBezTo>
                    <a:pt x="3557" y="14579"/>
                    <a:pt x="1936" y="15400"/>
                    <a:pt x="980" y="16085"/>
                  </a:cubicBezTo>
                  <a:cubicBezTo>
                    <a:pt x="25" y="16769"/>
                    <a:pt x="-265" y="17317"/>
                    <a:pt x="256" y="17834"/>
                  </a:cubicBezTo>
                  <a:cubicBezTo>
                    <a:pt x="777" y="18351"/>
                    <a:pt x="2109" y="18838"/>
                    <a:pt x="3875" y="19264"/>
                  </a:cubicBezTo>
                  <a:cubicBezTo>
                    <a:pt x="5642" y="19690"/>
                    <a:pt x="7842" y="20055"/>
                    <a:pt x="10159" y="20344"/>
                  </a:cubicBezTo>
                  <a:cubicBezTo>
                    <a:pt x="12475" y="20633"/>
                    <a:pt x="14907" y="20846"/>
                    <a:pt x="16789" y="21028"/>
                  </a:cubicBezTo>
                  <a:cubicBezTo>
                    <a:pt x="18671" y="21211"/>
                    <a:pt x="20003" y="21363"/>
                    <a:pt x="21335" y="2151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7" name="直线"/>
            <p:cNvSpPr/>
            <p:nvPr/>
          </p:nvSpPr>
          <p:spPr>
            <a:xfrm>
              <a:off x="8060784" y="161446"/>
              <a:ext cx="768720" cy="13189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4" h="21565" extrusionOk="0">
                  <a:moveTo>
                    <a:pt x="6371" y="997"/>
                  </a:moveTo>
                  <a:cubicBezTo>
                    <a:pt x="6325" y="861"/>
                    <a:pt x="6278" y="724"/>
                    <a:pt x="6278" y="574"/>
                  </a:cubicBezTo>
                  <a:cubicBezTo>
                    <a:pt x="6278" y="424"/>
                    <a:pt x="6325" y="261"/>
                    <a:pt x="6511" y="152"/>
                  </a:cubicBezTo>
                  <a:cubicBezTo>
                    <a:pt x="6697" y="43"/>
                    <a:pt x="7023" y="-12"/>
                    <a:pt x="7954" y="2"/>
                  </a:cubicBezTo>
                  <a:cubicBezTo>
                    <a:pt x="8885" y="15"/>
                    <a:pt x="10421" y="97"/>
                    <a:pt x="11748" y="424"/>
                  </a:cubicBezTo>
                  <a:cubicBezTo>
                    <a:pt x="13075" y="752"/>
                    <a:pt x="14192" y="1324"/>
                    <a:pt x="14890" y="2102"/>
                  </a:cubicBezTo>
                  <a:cubicBezTo>
                    <a:pt x="15588" y="2879"/>
                    <a:pt x="15868" y="3861"/>
                    <a:pt x="15775" y="4802"/>
                  </a:cubicBezTo>
                  <a:cubicBezTo>
                    <a:pt x="15682" y="5743"/>
                    <a:pt x="15216" y="6643"/>
                    <a:pt x="14588" y="7543"/>
                  </a:cubicBezTo>
                  <a:cubicBezTo>
                    <a:pt x="13959" y="8443"/>
                    <a:pt x="13168" y="9343"/>
                    <a:pt x="12307" y="10147"/>
                  </a:cubicBezTo>
                  <a:cubicBezTo>
                    <a:pt x="11445" y="10952"/>
                    <a:pt x="10514" y="11661"/>
                    <a:pt x="9583" y="12397"/>
                  </a:cubicBezTo>
                  <a:cubicBezTo>
                    <a:pt x="8652" y="13133"/>
                    <a:pt x="7721" y="13897"/>
                    <a:pt x="6697" y="14688"/>
                  </a:cubicBezTo>
                  <a:cubicBezTo>
                    <a:pt x="5673" y="15479"/>
                    <a:pt x="4556" y="16297"/>
                    <a:pt x="3508" y="17102"/>
                  </a:cubicBezTo>
                  <a:cubicBezTo>
                    <a:pt x="2461" y="17906"/>
                    <a:pt x="1483" y="18697"/>
                    <a:pt x="832" y="19379"/>
                  </a:cubicBezTo>
                  <a:cubicBezTo>
                    <a:pt x="180" y="20061"/>
                    <a:pt x="-146" y="20633"/>
                    <a:pt x="63" y="21002"/>
                  </a:cubicBezTo>
                  <a:cubicBezTo>
                    <a:pt x="273" y="21370"/>
                    <a:pt x="1018" y="21533"/>
                    <a:pt x="2182" y="21561"/>
                  </a:cubicBezTo>
                  <a:cubicBezTo>
                    <a:pt x="3345" y="21588"/>
                    <a:pt x="4928" y="21479"/>
                    <a:pt x="6581" y="21274"/>
                  </a:cubicBezTo>
                  <a:cubicBezTo>
                    <a:pt x="8233" y="21070"/>
                    <a:pt x="9956" y="20770"/>
                    <a:pt x="11771" y="20443"/>
                  </a:cubicBezTo>
                  <a:cubicBezTo>
                    <a:pt x="13587" y="20115"/>
                    <a:pt x="15495" y="19761"/>
                    <a:pt x="17125" y="19447"/>
                  </a:cubicBezTo>
                  <a:cubicBezTo>
                    <a:pt x="18754" y="19133"/>
                    <a:pt x="20104" y="18861"/>
                    <a:pt x="21454" y="1858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8" name="直线"/>
            <p:cNvSpPr/>
            <p:nvPr/>
          </p:nvSpPr>
          <p:spPr>
            <a:xfrm>
              <a:off x="8839511" y="696983"/>
              <a:ext cx="547569" cy="457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7" h="21446" extrusionOk="0">
                  <a:moveTo>
                    <a:pt x="11389" y="5206"/>
                  </a:moveTo>
                  <a:cubicBezTo>
                    <a:pt x="11389" y="4580"/>
                    <a:pt x="11389" y="3954"/>
                    <a:pt x="11225" y="3641"/>
                  </a:cubicBezTo>
                  <a:cubicBezTo>
                    <a:pt x="11062" y="3327"/>
                    <a:pt x="10735" y="3327"/>
                    <a:pt x="10015" y="4501"/>
                  </a:cubicBezTo>
                  <a:cubicBezTo>
                    <a:pt x="9295" y="5675"/>
                    <a:pt x="8182" y="8023"/>
                    <a:pt x="7298" y="10723"/>
                  </a:cubicBezTo>
                  <a:cubicBezTo>
                    <a:pt x="6415" y="13423"/>
                    <a:pt x="5760" y="16475"/>
                    <a:pt x="5825" y="18471"/>
                  </a:cubicBezTo>
                  <a:cubicBezTo>
                    <a:pt x="5891" y="20467"/>
                    <a:pt x="6676" y="21406"/>
                    <a:pt x="8051" y="21445"/>
                  </a:cubicBezTo>
                  <a:cubicBezTo>
                    <a:pt x="9425" y="21484"/>
                    <a:pt x="11389" y="20623"/>
                    <a:pt x="13418" y="19175"/>
                  </a:cubicBezTo>
                  <a:cubicBezTo>
                    <a:pt x="15447" y="17727"/>
                    <a:pt x="17542" y="15693"/>
                    <a:pt x="19015" y="13658"/>
                  </a:cubicBezTo>
                  <a:cubicBezTo>
                    <a:pt x="20487" y="11623"/>
                    <a:pt x="21338" y="9588"/>
                    <a:pt x="21469" y="7554"/>
                  </a:cubicBezTo>
                  <a:cubicBezTo>
                    <a:pt x="21600" y="5519"/>
                    <a:pt x="21011" y="3484"/>
                    <a:pt x="19800" y="2154"/>
                  </a:cubicBezTo>
                  <a:cubicBezTo>
                    <a:pt x="18589" y="823"/>
                    <a:pt x="16756" y="197"/>
                    <a:pt x="14596" y="41"/>
                  </a:cubicBezTo>
                  <a:cubicBezTo>
                    <a:pt x="12436" y="-116"/>
                    <a:pt x="9949" y="197"/>
                    <a:pt x="7593" y="745"/>
                  </a:cubicBezTo>
                  <a:cubicBezTo>
                    <a:pt x="5236" y="1293"/>
                    <a:pt x="3011" y="2075"/>
                    <a:pt x="1767" y="2584"/>
                  </a:cubicBezTo>
                  <a:cubicBezTo>
                    <a:pt x="524" y="3093"/>
                    <a:pt x="262" y="3327"/>
                    <a:pt x="0" y="356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9" name="直线"/>
            <p:cNvSpPr/>
            <p:nvPr/>
          </p:nvSpPr>
          <p:spPr>
            <a:xfrm>
              <a:off x="9646827" y="412610"/>
              <a:ext cx="768967" cy="985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3" h="21600" extrusionOk="0">
                  <a:moveTo>
                    <a:pt x="5844" y="0"/>
                  </a:moveTo>
                  <a:cubicBezTo>
                    <a:pt x="7060" y="585"/>
                    <a:pt x="8275" y="1170"/>
                    <a:pt x="9771" y="1736"/>
                  </a:cubicBezTo>
                  <a:cubicBezTo>
                    <a:pt x="11267" y="2303"/>
                    <a:pt x="13044" y="2851"/>
                    <a:pt x="14470" y="3436"/>
                  </a:cubicBezTo>
                  <a:cubicBezTo>
                    <a:pt x="15896" y="4020"/>
                    <a:pt x="16971" y="4642"/>
                    <a:pt x="17182" y="5446"/>
                  </a:cubicBezTo>
                  <a:cubicBezTo>
                    <a:pt x="17392" y="6250"/>
                    <a:pt x="16737" y="7237"/>
                    <a:pt x="15732" y="8296"/>
                  </a:cubicBezTo>
                  <a:cubicBezTo>
                    <a:pt x="14727" y="9356"/>
                    <a:pt x="13371" y="10489"/>
                    <a:pt x="12039" y="11531"/>
                  </a:cubicBezTo>
                  <a:cubicBezTo>
                    <a:pt x="10706" y="12573"/>
                    <a:pt x="9397" y="13523"/>
                    <a:pt x="8111" y="14455"/>
                  </a:cubicBezTo>
                  <a:cubicBezTo>
                    <a:pt x="6826" y="15387"/>
                    <a:pt x="5563" y="16301"/>
                    <a:pt x="4301" y="17269"/>
                  </a:cubicBezTo>
                  <a:cubicBezTo>
                    <a:pt x="3039" y="18238"/>
                    <a:pt x="1776" y="19261"/>
                    <a:pt x="1052" y="19864"/>
                  </a:cubicBezTo>
                  <a:cubicBezTo>
                    <a:pt x="327" y="20467"/>
                    <a:pt x="140" y="20650"/>
                    <a:pt x="47" y="20832"/>
                  </a:cubicBezTo>
                  <a:cubicBezTo>
                    <a:pt x="-47" y="21015"/>
                    <a:pt x="-47" y="21198"/>
                    <a:pt x="491" y="21344"/>
                  </a:cubicBezTo>
                  <a:cubicBezTo>
                    <a:pt x="1028" y="21490"/>
                    <a:pt x="2104" y="21600"/>
                    <a:pt x="3576" y="21600"/>
                  </a:cubicBezTo>
                  <a:cubicBezTo>
                    <a:pt x="5049" y="21600"/>
                    <a:pt x="6919" y="21490"/>
                    <a:pt x="8719" y="21289"/>
                  </a:cubicBezTo>
                  <a:cubicBezTo>
                    <a:pt x="10519" y="21088"/>
                    <a:pt x="12249" y="20796"/>
                    <a:pt x="14143" y="20449"/>
                  </a:cubicBezTo>
                  <a:cubicBezTo>
                    <a:pt x="16036" y="20102"/>
                    <a:pt x="18093" y="19699"/>
                    <a:pt x="19356" y="19407"/>
                  </a:cubicBezTo>
                  <a:cubicBezTo>
                    <a:pt x="20618" y="19115"/>
                    <a:pt x="21085" y="18932"/>
                    <a:pt x="21553" y="1874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0" name="直线"/>
            <p:cNvSpPr/>
            <p:nvPr/>
          </p:nvSpPr>
          <p:spPr>
            <a:xfrm>
              <a:off x="10400780" y="127771"/>
              <a:ext cx="482962" cy="1107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8" h="21479" extrusionOk="0">
                  <a:moveTo>
                    <a:pt x="20860" y="1447"/>
                  </a:moveTo>
                  <a:cubicBezTo>
                    <a:pt x="20860" y="1059"/>
                    <a:pt x="20860" y="671"/>
                    <a:pt x="20860" y="397"/>
                  </a:cubicBezTo>
                  <a:cubicBezTo>
                    <a:pt x="20860" y="122"/>
                    <a:pt x="20860" y="-40"/>
                    <a:pt x="20638" y="9"/>
                  </a:cubicBezTo>
                  <a:cubicBezTo>
                    <a:pt x="20416" y="57"/>
                    <a:pt x="19973" y="316"/>
                    <a:pt x="19270" y="946"/>
                  </a:cubicBezTo>
                  <a:cubicBezTo>
                    <a:pt x="18567" y="1577"/>
                    <a:pt x="17606" y="2579"/>
                    <a:pt x="16607" y="3614"/>
                  </a:cubicBezTo>
                  <a:cubicBezTo>
                    <a:pt x="15608" y="4649"/>
                    <a:pt x="14573" y="5716"/>
                    <a:pt x="13648" y="6750"/>
                  </a:cubicBezTo>
                  <a:cubicBezTo>
                    <a:pt x="12723" y="7785"/>
                    <a:pt x="11910" y="8788"/>
                    <a:pt x="11207" y="9855"/>
                  </a:cubicBezTo>
                  <a:cubicBezTo>
                    <a:pt x="10504" y="10922"/>
                    <a:pt x="9912" y="12053"/>
                    <a:pt x="9469" y="13314"/>
                  </a:cubicBezTo>
                  <a:cubicBezTo>
                    <a:pt x="9025" y="14576"/>
                    <a:pt x="8729" y="15966"/>
                    <a:pt x="8655" y="17146"/>
                  </a:cubicBezTo>
                  <a:cubicBezTo>
                    <a:pt x="8581" y="18326"/>
                    <a:pt x="8729" y="19297"/>
                    <a:pt x="9616" y="20056"/>
                  </a:cubicBezTo>
                  <a:cubicBezTo>
                    <a:pt x="10504" y="20816"/>
                    <a:pt x="12132" y="21366"/>
                    <a:pt x="13870" y="21463"/>
                  </a:cubicBezTo>
                  <a:cubicBezTo>
                    <a:pt x="15608" y="21560"/>
                    <a:pt x="17458" y="21204"/>
                    <a:pt x="18826" y="20606"/>
                  </a:cubicBezTo>
                  <a:cubicBezTo>
                    <a:pt x="20195" y="20008"/>
                    <a:pt x="21082" y="19167"/>
                    <a:pt x="21341" y="18278"/>
                  </a:cubicBezTo>
                  <a:cubicBezTo>
                    <a:pt x="21600" y="17389"/>
                    <a:pt x="21230" y="16451"/>
                    <a:pt x="19862" y="15853"/>
                  </a:cubicBezTo>
                  <a:cubicBezTo>
                    <a:pt x="18493" y="15255"/>
                    <a:pt x="16126" y="14996"/>
                    <a:pt x="13648" y="15093"/>
                  </a:cubicBezTo>
                  <a:cubicBezTo>
                    <a:pt x="11170" y="15190"/>
                    <a:pt x="8581" y="15643"/>
                    <a:pt x="6288" y="16128"/>
                  </a:cubicBezTo>
                  <a:cubicBezTo>
                    <a:pt x="3995" y="16613"/>
                    <a:pt x="1997" y="17130"/>
                    <a:pt x="0" y="1764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1" name="直线"/>
            <p:cNvSpPr/>
            <p:nvPr/>
          </p:nvSpPr>
          <p:spPr>
            <a:xfrm>
              <a:off x="-997862" y="2977068"/>
              <a:ext cx="756239" cy="958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1" h="21586" extrusionOk="0">
                  <a:moveTo>
                    <a:pt x="21164" y="237"/>
                  </a:moveTo>
                  <a:cubicBezTo>
                    <a:pt x="21283" y="111"/>
                    <a:pt x="21402" y="-14"/>
                    <a:pt x="21481" y="2"/>
                  </a:cubicBezTo>
                  <a:cubicBezTo>
                    <a:pt x="21560" y="17"/>
                    <a:pt x="21600" y="174"/>
                    <a:pt x="21342" y="691"/>
                  </a:cubicBezTo>
                  <a:cubicBezTo>
                    <a:pt x="21085" y="1209"/>
                    <a:pt x="20530" y="2086"/>
                    <a:pt x="19757" y="3011"/>
                  </a:cubicBezTo>
                  <a:cubicBezTo>
                    <a:pt x="18984" y="3936"/>
                    <a:pt x="17993" y="4908"/>
                    <a:pt x="17062" y="5833"/>
                  </a:cubicBezTo>
                  <a:cubicBezTo>
                    <a:pt x="16131" y="6758"/>
                    <a:pt x="15259" y="7635"/>
                    <a:pt x="14407" y="8450"/>
                  </a:cubicBezTo>
                  <a:cubicBezTo>
                    <a:pt x="13554" y="9266"/>
                    <a:pt x="12722" y="10018"/>
                    <a:pt x="11890" y="10770"/>
                  </a:cubicBezTo>
                  <a:cubicBezTo>
                    <a:pt x="11058" y="11523"/>
                    <a:pt x="10225" y="12275"/>
                    <a:pt x="9353" y="13106"/>
                  </a:cubicBezTo>
                  <a:cubicBezTo>
                    <a:pt x="8481" y="13937"/>
                    <a:pt x="7570" y="14846"/>
                    <a:pt x="6619" y="15692"/>
                  </a:cubicBezTo>
                  <a:cubicBezTo>
                    <a:pt x="5668" y="16539"/>
                    <a:pt x="4677" y="17322"/>
                    <a:pt x="3666" y="18232"/>
                  </a:cubicBezTo>
                  <a:cubicBezTo>
                    <a:pt x="2655" y="19141"/>
                    <a:pt x="1625" y="20175"/>
                    <a:pt x="1011" y="20755"/>
                  </a:cubicBezTo>
                  <a:cubicBezTo>
                    <a:pt x="396" y="21335"/>
                    <a:pt x="198" y="21461"/>
                    <a:pt x="0" y="2158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2" name="直线"/>
            <p:cNvSpPr/>
            <p:nvPr/>
          </p:nvSpPr>
          <p:spPr>
            <a:xfrm>
              <a:off x="-421823" y="3367414"/>
              <a:ext cx="323012" cy="200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600" extrusionOk="0">
                  <a:moveTo>
                    <a:pt x="0" y="0"/>
                  </a:moveTo>
                  <a:cubicBezTo>
                    <a:pt x="2967" y="1650"/>
                    <a:pt x="5933" y="3300"/>
                    <a:pt x="8621" y="5400"/>
                  </a:cubicBezTo>
                  <a:cubicBezTo>
                    <a:pt x="11310" y="7500"/>
                    <a:pt x="13720" y="10050"/>
                    <a:pt x="15713" y="11775"/>
                  </a:cubicBezTo>
                  <a:cubicBezTo>
                    <a:pt x="17706" y="13500"/>
                    <a:pt x="19282" y="14400"/>
                    <a:pt x="20256" y="15450"/>
                  </a:cubicBezTo>
                  <a:cubicBezTo>
                    <a:pt x="21229" y="16500"/>
                    <a:pt x="21600" y="17700"/>
                    <a:pt x="21507" y="18750"/>
                  </a:cubicBezTo>
                  <a:cubicBezTo>
                    <a:pt x="21415" y="19800"/>
                    <a:pt x="20858" y="20700"/>
                    <a:pt x="20302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3" name="直线"/>
            <p:cNvSpPr/>
            <p:nvPr/>
          </p:nvSpPr>
          <p:spPr>
            <a:xfrm>
              <a:off x="-433998" y="3599672"/>
              <a:ext cx="91486" cy="10010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494" extrusionOk="0">
                  <a:moveTo>
                    <a:pt x="21518" y="122"/>
                  </a:moveTo>
                  <a:cubicBezTo>
                    <a:pt x="18900" y="33"/>
                    <a:pt x="16282" y="-57"/>
                    <a:pt x="14482" y="48"/>
                  </a:cubicBezTo>
                  <a:cubicBezTo>
                    <a:pt x="12682" y="152"/>
                    <a:pt x="11700" y="451"/>
                    <a:pt x="10227" y="1063"/>
                  </a:cubicBezTo>
                  <a:cubicBezTo>
                    <a:pt x="8754" y="1676"/>
                    <a:pt x="6791" y="2602"/>
                    <a:pt x="5318" y="3573"/>
                  </a:cubicBezTo>
                  <a:cubicBezTo>
                    <a:pt x="3845" y="4544"/>
                    <a:pt x="2863" y="5560"/>
                    <a:pt x="2045" y="6516"/>
                  </a:cubicBezTo>
                  <a:cubicBezTo>
                    <a:pt x="1227" y="7472"/>
                    <a:pt x="573" y="8368"/>
                    <a:pt x="245" y="9473"/>
                  </a:cubicBezTo>
                  <a:cubicBezTo>
                    <a:pt x="-82" y="10579"/>
                    <a:pt x="-82" y="11893"/>
                    <a:pt x="245" y="13148"/>
                  </a:cubicBezTo>
                  <a:cubicBezTo>
                    <a:pt x="573" y="14403"/>
                    <a:pt x="1227" y="15598"/>
                    <a:pt x="2045" y="16703"/>
                  </a:cubicBezTo>
                  <a:cubicBezTo>
                    <a:pt x="2863" y="17809"/>
                    <a:pt x="3845" y="18824"/>
                    <a:pt x="4500" y="19511"/>
                  </a:cubicBezTo>
                  <a:cubicBezTo>
                    <a:pt x="5154" y="20199"/>
                    <a:pt x="5482" y="20557"/>
                    <a:pt x="5645" y="20856"/>
                  </a:cubicBezTo>
                  <a:cubicBezTo>
                    <a:pt x="5809" y="21155"/>
                    <a:pt x="5809" y="21394"/>
                    <a:pt x="5154" y="21468"/>
                  </a:cubicBezTo>
                  <a:cubicBezTo>
                    <a:pt x="4500" y="21543"/>
                    <a:pt x="3191" y="21453"/>
                    <a:pt x="2373" y="21229"/>
                  </a:cubicBezTo>
                  <a:cubicBezTo>
                    <a:pt x="1554" y="21005"/>
                    <a:pt x="1227" y="20647"/>
                    <a:pt x="900" y="2028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4" name="直线"/>
            <p:cNvSpPr/>
            <p:nvPr/>
          </p:nvSpPr>
          <p:spPr>
            <a:xfrm>
              <a:off x="183436" y="3534382"/>
              <a:ext cx="392375" cy="630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987" y="1240"/>
                    <a:pt x="20374" y="2479"/>
                    <a:pt x="19187" y="3934"/>
                  </a:cubicBezTo>
                  <a:cubicBezTo>
                    <a:pt x="18000" y="5388"/>
                    <a:pt x="16238" y="7057"/>
                    <a:pt x="14630" y="8607"/>
                  </a:cubicBezTo>
                  <a:cubicBezTo>
                    <a:pt x="13021" y="10156"/>
                    <a:pt x="11566" y="11587"/>
                    <a:pt x="10187" y="13041"/>
                  </a:cubicBezTo>
                  <a:cubicBezTo>
                    <a:pt x="8809" y="14495"/>
                    <a:pt x="7506" y="15974"/>
                    <a:pt x="5821" y="17404"/>
                  </a:cubicBezTo>
                  <a:cubicBezTo>
                    <a:pt x="4136" y="18834"/>
                    <a:pt x="2068" y="2021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5" name="直线"/>
            <p:cNvSpPr/>
            <p:nvPr/>
          </p:nvSpPr>
          <p:spPr>
            <a:xfrm>
              <a:off x="425539" y="3993544"/>
              <a:ext cx="354808" cy="23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880" y="1895"/>
                    <a:pt x="5760" y="3789"/>
                    <a:pt x="8259" y="6063"/>
                  </a:cubicBezTo>
                  <a:cubicBezTo>
                    <a:pt x="10758" y="8337"/>
                    <a:pt x="12875" y="10989"/>
                    <a:pt x="14781" y="12821"/>
                  </a:cubicBezTo>
                  <a:cubicBezTo>
                    <a:pt x="16687" y="14653"/>
                    <a:pt x="18381" y="15663"/>
                    <a:pt x="19482" y="16989"/>
                  </a:cubicBezTo>
                  <a:cubicBezTo>
                    <a:pt x="20584" y="18316"/>
                    <a:pt x="21092" y="19958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6" name="直线"/>
            <p:cNvSpPr/>
            <p:nvPr/>
          </p:nvSpPr>
          <p:spPr>
            <a:xfrm>
              <a:off x="1489960" y="2878382"/>
              <a:ext cx="113448" cy="3753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7" h="21345" extrusionOk="0">
                  <a:moveTo>
                    <a:pt x="0" y="1461"/>
                  </a:moveTo>
                  <a:cubicBezTo>
                    <a:pt x="0" y="828"/>
                    <a:pt x="0" y="195"/>
                    <a:pt x="395" y="37"/>
                  </a:cubicBezTo>
                  <a:cubicBezTo>
                    <a:pt x="790" y="-121"/>
                    <a:pt x="1580" y="195"/>
                    <a:pt x="3161" y="1620"/>
                  </a:cubicBezTo>
                  <a:cubicBezTo>
                    <a:pt x="4741" y="3044"/>
                    <a:pt x="7112" y="5576"/>
                    <a:pt x="9483" y="8266"/>
                  </a:cubicBezTo>
                  <a:cubicBezTo>
                    <a:pt x="11854" y="10956"/>
                    <a:pt x="14224" y="13804"/>
                    <a:pt x="15805" y="15664"/>
                  </a:cubicBezTo>
                  <a:cubicBezTo>
                    <a:pt x="17385" y="17523"/>
                    <a:pt x="18176" y="18393"/>
                    <a:pt x="19229" y="19224"/>
                  </a:cubicBezTo>
                  <a:cubicBezTo>
                    <a:pt x="20283" y="20055"/>
                    <a:pt x="21600" y="20846"/>
                    <a:pt x="21468" y="21163"/>
                  </a:cubicBezTo>
                  <a:cubicBezTo>
                    <a:pt x="21337" y="21479"/>
                    <a:pt x="19756" y="21321"/>
                    <a:pt x="18176" y="2116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7" name="直线"/>
            <p:cNvSpPr/>
            <p:nvPr/>
          </p:nvSpPr>
          <p:spPr>
            <a:xfrm>
              <a:off x="1552572" y="2762781"/>
              <a:ext cx="445794" cy="3938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6" h="21380" extrusionOk="0">
                  <a:moveTo>
                    <a:pt x="0" y="9029"/>
                  </a:moveTo>
                  <a:cubicBezTo>
                    <a:pt x="1739" y="7216"/>
                    <a:pt x="3477" y="5404"/>
                    <a:pt x="5684" y="3969"/>
                  </a:cubicBezTo>
                  <a:cubicBezTo>
                    <a:pt x="7891" y="2534"/>
                    <a:pt x="10566" y="1477"/>
                    <a:pt x="12907" y="797"/>
                  </a:cubicBezTo>
                  <a:cubicBezTo>
                    <a:pt x="15247" y="117"/>
                    <a:pt x="17253" y="-185"/>
                    <a:pt x="18724" y="117"/>
                  </a:cubicBezTo>
                  <a:cubicBezTo>
                    <a:pt x="20196" y="419"/>
                    <a:pt x="21132" y="1325"/>
                    <a:pt x="21366" y="2949"/>
                  </a:cubicBezTo>
                  <a:cubicBezTo>
                    <a:pt x="21600" y="4573"/>
                    <a:pt x="21132" y="6914"/>
                    <a:pt x="20196" y="9256"/>
                  </a:cubicBezTo>
                  <a:cubicBezTo>
                    <a:pt x="19259" y="11597"/>
                    <a:pt x="17855" y="13938"/>
                    <a:pt x="16685" y="15826"/>
                  </a:cubicBezTo>
                  <a:cubicBezTo>
                    <a:pt x="15515" y="17714"/>
                    <a:pt x="14578" y="19149"/>
                    <a:pt x="13742" y="20056"/>
                  </a:cubicBezTo>
                  <a:cubicBezTo>
                    <a:pt x="12907" y="20962"/>
                    <a:pt x="12171" y="21339"/>
                    <a:pt x="11669" y="21377"/>
                  </a:cubicBezTo>
                  <a:cubicBezTo>
                    <a:pt x="11168" y="21415"/>
                    <a:pt x="10900" y="21113"/>
                    <a:pt x="10633" y="2081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8" name="直线"/>
            <p:cNvSpPr/>
            <p:nvPr/>
          </p:nvSpPr>
          <p:spPr>
            <a:xfrm>
              <a:off x="1671070" y="3008433"/>
              <a:ext cx="112956" cy="108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89" h="21600" extrusionOk="0">
                  <a:moveTo>
                    <a:pt x="461" y="5815"/>
                  </a:moveTo>
                  <a:cubicBezTo>
                    <a:pt x="-42" y="4431"/>
                    <a:pt x="-544" y="3046"/>
                    <a:pt x="1340" y="1938"/>
                  </a:cubicBezTo>
                  <a:cubicBezTo>
                    <a:pt x="3223" y="831"/>
                    <a:pt x="7493" y="0"/>
                    <a:pt x="11512" y="0"/>
                  </a:cubicBezTo>
                  <a:cubicBezTo>
                    <a:pt x="15530" y="0"/>
                    <a:pt x="19298" y="831"/>
                    <a:pt x="20177" y="4569"/>
                  </a:cubicBezTo>
                  <a:cubicBezTo>
                    <a:pt x="21056" y="8308"/>
                    <a:pt x="19047" y="14954"/>
                    <a:pt x="17037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9" name="直线"/>
            <p:cNvSpPr/>
            <p:nvPr/>
          </p:nvSpPr>
          <p:spPr>
            <a:xfrm>
              <a:off x="1623534" y="3238014"/>
              <a:ext cx="158620" cy="70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116" y="16518"/>
                    <a:pt x="10232" y="11435"/>
                    <a:pt x="13832" y="7835"/>
                  </a:cubicBezTo>
                  <a:cubicBezTo>
                    <a:pt x="17432" y="4235"/>
                    <a:pt x="19516" y="2118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0" name="直线"/>
            <p:cNvSpPr/>
            <p:nvPr/>
          </p:nvSpPr>
          <p:spPr>
            <a:xfrm>
              <a:off x="1560921" y="3371583"/>
              <a:ext cx="182949" cy="275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6" h="21492" extrusionOk="0">
                  <a:moveTo>
                    <a:pt x="0" y="13351"/>
                  </a:moveTo>
                  <a:cubicBezTo>
                    <a:pt x="3273" y="12157"/>
                    <a:pt x="6545" y="10963"/>
                    <a:pt x="9900" y="9335"/>
                  </a:cubicBezTo>
                  <a:cubicBezTo>
                    <a:pt x="13255" y="7707"/>
                    <a:pt x="16691" y="5645"/>
                    <a:pt x="18655" y="4342"/>
                  </a:cubicBezTo>
                  <a:cubicBezTo>
                    <a:pt x="20618" y="3040"/>
                    <a:pt x="21109" y="2497"/>
                    <a:pt x="21355" y="1954"/>
                  </a:cubicBezTo>
                  <a:cubicBezTo>
                    <a:pt x="21600" y="1412"/>
                    <a:pt x="21600" y="869"/>
                    <a:pt x="21109" y="489"/>
                  </a:cubicBezTo>
                  <a:cubicBezTo>
                    <a:pt x="20618" y="109"/>
                    <a:pt x="19636" y="-108"/>
                    <a:pt x="18000" y="55"/>
                  </a:cubicBezTo>
                  <a:cubicBezTo>
                    <a:pt x="16364" y="218"/>
                    <a:pt x="14073" y="760"/>
                    <a:pt x="11864" y="2388"/>
                  </a:cubicBezTo>
                  <a:cubicBezTo>
                    <a:pt x="9655" y="4017"/>
                    <a:pt x="7527" y="6730"/>
                    <a:pt x="6545" y="9389"/>
                  </a:cubicBezTo>
                  <a:cubicBezTo>
                    <a:pt x="5564" y="12049"/>
                    <a:pt x="5727" y="14654"/>
                    <a:pt x="5973" y="16662"/>
                  </a:cubicBezTo>
                  <a:cubicBezTo>
                    <a:pt x="6218" y="18670"/>
                    <a:pt x="6545" y="20081"/>
                    <a:pt x="6873" y="2149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1" name="直线"/>
            <p:cNvSpPr/>
            <p:nvPr/>
          </p:nvSpPr>
          <p:spPr>
            <a:xfrm>
              <a:off x="997404" y="3462420"/>
              <a:ext cx="1348267" cy="451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15" extrusionOk="0">
                  <a:moveTo>
                    <a:pt x="0" y="21515"/>
                  </a:moveTo>
                  <a:cubicBezTo>
                    <a:pt x="758" y="20455"/>
                    <a:pt x="1516" y="19395"/>
                    <a:pt x="2229" y="18467"/>
                  </a:cubicBezTo>
                  <a:cubicBezTo>
                    <a:pt x="2942" y="17540"/>
                    <a:pt x="3611" y="16744"/>
                    <a:pt x="4313" y="15949"/>
                  </a:cubicBezTo>
                  <a:cubicBezTo>
                    <a:pt x="5015" y="15154"/>
                    <a:pt x="5751" y="14359"/>
                    <a:pt x="6498" y="13498"/>
                  </a:cubicBezTo>
                  <a:cubicBezTo>
                    <a:pt x="7245" y="12636"/>
                    <a:pt x="8002" y="11709"/>
                    <a:pt x="8760" y="10748"/>
                  </a:cubicBezTo>
                  <a:cubicBezTo>
                    <a:pt x="9518" y="9787"/>
                    <a:pt x="10276" y="8794"/>
                    <a:pt x="11034" y="7932"/>
                  </a:cubicBezTo>
                  <a:cubicBezTo>
                    <a:pt x="11792" y="7071"/>
                    <a:pt x="12550" y="6342"/>
                    <a:pt x="13274" y="5646"/>
                  </a:cubicBezTo>
                  <a:cubicBezTo>
                    <a:pt x="13999" y="4951"/>
                    <a:pt x="14690" y="4288"/>
                    <a:pt x="15470" y="3592"/>
                  </a:cubicBezTo>
                  <a:cubicBezTo>
                    <a:pt x="16250" y="2897"/>
                    <a:pt x="17120" y="2168"/>
                    <a:pt x="17989" y="1538"/>
                  </a:cubicBezTo>
                  <a:cubicBezTo>
                    <a:pt x="18858" y="909"/>
                    <a:pt x="19728" y="379"/>
                    <a:pt x="20329" y="147"/>
                  </a:cubicBezTo>
                  <a:cubicBezTo>
                    <a:pt x="20931" y="-85"/>
                    <a:pt x="21266" y="-19"/>
                    <a:pt x="21433" y="180"/>
                  </a:cubicBezTo>
                  <a:cubicBezTo>
                    <a:pt x="21600" y="379"/>
                    <a:pt x="21600" y="710"/>
                    <a:pt x="21600" y="104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2" name="直线"/>
            <p:cNvSpPr/>
            <p:nvPr/>
          </p:nvSpPr>
          <p:spPr>
            <a:xfrm>
              <a:off x="1306295" y="3308806"/>
              <a:ext cx="784305" cy="1049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8" h="21554" extrusionOk="0">
                  <a:moveTo>
                    <a:pt x="21485" y="432"/>
                  </a:moveTo>
                  <a:cubicBezTo>
                    <a:pt x="21523" y="232"/>
                    <a:pt x="21562" y="32"/>
                    <a:pt x="21581" y="4"/>
                  </a:cubicBezTo>
                  <a:cubicBezTo>
                    <a:pt x="21600" y="-25"/>
                    <a:pt x="21600" y="118"/>
                    <a:pt x="21294" y="604"/>
                  </a:cubicBezTo>
                  <a:cubicBezTo>
                    <a:pt x="20987" y="1089"/>
                    <a:pt x="20374" y="1918"/>
                    <a:pt x="19609" y="2775"/>
                  </a:cubicBezTo>
                  <a:cubicBezTo>
                    <a:pt x="18843" y="3632"/>
                    <a:pt x="17923" y="4518"/>
                    <a:pt x="17062" y="5404"/>
                  </a:cubicBezTo>
                  <a:cubicBezTo>
                    <a:pt x="16200" y="6289"/>
                    <a:pt x="15396" y="7175"/>
                    <a:pt x="14534" y="8075"/>
                  </a:cubicBezTo>
                  <a:cubicBezTo>
                    <a:pt x="13672" y="8975"/>
                    <a:pt x="12753" y="9889"/>
                    <a:pt x="11796" y="10818"/>
                  </a:cubicBezTo>
                  <a:cubicBezTo>
                    <a:pt x="10838" y="11746"/>
                    <a:pt x="9843" y="12689"/>
                    <a:pt x="8943" y="13546"/>
                  </a:cubicBezTo>
                  <a:cubicBezTo>
                    <a:pt x="8043" y="14404"/>
                    <a:pt x="7238" y="15175"/>
                    <a:pt x="6319" y="15989"/>
                  </a:cubicBezTo>
                  <a:cubicBezTo>
                    <a:pt x="5400" y="16804"/>
                    <a:pt x="4366" y="17661"/>
                    <a:pt x="3389" y="18546"/>
                  </a:cubicBezTo>
                  <a:cubicBezTo>
                    <a:pt x="2413" y="19432"/>
                    <a:pt x="1494" y="20346"/>
                    <a:pt x="938" y="20861"/>
                  </a:cubicBezTo>
                  <a:cubicBezTo>
                    <a:pt x="383" y="21375"/>
                    <a:pt x="191" y="21489"/>
                    <a:pt x="96" y="21532"/>
                  </a:cubicBezTo>
                  <a:cubicBezTo>
                    <a:pt x="0" y="21575"/>
                    <a:pt x="0" y="21546"/>
                    <a:pt x="0" y="2151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3" name="直线"/>
            <p:cNvSpPr/>
            <p:nvPr/>
          </p:nvSpPr>
          <p:spPr>
            <a:xfrm>
              <a:off x="1707577" y="3774494"/>
              <a:ext cx="90132" cy="682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0" h="21442" extrusionOk="0">
                  <a:moveTo>
                    <a:pt x="16559" y="193"/>
                  </a:moveTo>
                  <a:cubicBezTo>
                    <a:pt x="18195" y="62"/>
                    <a:pt x="19832" y="-69"/>
                    <a:pt x="20650" y="40"/>
                  </a:cubicBezTo>
                  <a:cubicBezTo>
                    <a:pt x="21468" y="150"/>
                    <a:pt x="21468" y="499"/>
                    <a:pt x="19995" y="1527"/>
                  </a:cubicBezTo>
                  <a:cubicBezTo>
                    <a:pt x="18523" y="2554"/>
                    <a:pt x="15577" y="4260"/>
                    <a:pt x="12959" y="5943"/>
                  </a:cubicBezTo>
                  <a:cubicBezTo>
                    <a:pt x="10341" y="7627"/>
                    <a:pt x="8050" y="9288"/>
                    <a:pt x="5923" y="10928"/>
                  </a:cubicBezTo>
                  <a:cubicBezTo>
                    <a:pt x="3795" y="12567"/>
                    <a:pt x="1832" y="14185"/>
                    <a:pt x="850" y="15759"/>
                  </a:cubicBezTo>
                  <a:cubicBezTo>
                    <a:pt x="-132" y="17333"/>
                    <a:pt x="-132" y="18864"/>
                    <a:pt x="195" y="19848"/>
                  </a:cubicBezTo>
                  <a:cubicBezTo>
                    <a:pt x="523" y="20831"/>
                    <a:pt x="1177" y="21269"/>
                    <a:pt x="1995" y="21400"/>
                  </a:cubicBezTo>
                  <a:cubicBezTo>
                    <a:pt x="2813" y="21531"/>
                    <a:pt x="3795" y="21356"/>
                    <a:pt x="4613" y="20831"/>
                  </a:cubicBezTo>
                  <a:cubicBezTo>
                    <a:pt x="5432" y="20307"/>
                    <a:pt x="6086" y="19432"/>
                    <a:pt x="6741" y="1855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4" name="直线"/>
            <p:cNvSpPr/>
            <p:nvPr/>
          </p:nvSpPr>
          <p:spPr>
            <a:xfrm>
              <a:off x="1752934" y="3790060"/>
              <a:ext cx="156004" cy="612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2" h="21497" extrusionOk="0">
                  <a:moveTo>
                    <a:pt x="0" y="4801"/>
                  </a:moveTo>
                  <a:cubicBezTo>
                    <a:pt x="3058" y="3335"/>
                    <a:pt x="6117" y="1869"/>
                    <a:pt x="8028" y="1063"/>
                  </a:cubicBezTo>
                  <a:cubicBezTo>
                    <a:pt x="9940" y="256"/>
                    <a:pt x="10704" y="110"/>
                    <a:pt x="11565" y="36"/>
                  </a:cubicBezTo>
                  <a:cubicBezTo>
                    <a:pt x="12425" y="-37"/>
                    <a:pt x="13381" y="-37"/>
                    <a:pt x="14050" y="403"/>
                  </a:cubicBezTo>
                  <a:cubicBezTo>
                    <a:pt x="14719" y="843"/>
                    <a:pt x="15101" y="1722"/>
                    <a:pt x="15388" y="3139"/>
                  </a:cubicBezTo>
                  <a:cubicBezTo>
                    <a:pt x="15674" y="4557"/>
                    <a:pt x="15866" y="6511"/>
                    <a:pt x="16152" y="8344"/>
                  </a:cubicBezTo>
                  <a:cubicBezTo>
                    <a:pt x="16439" y="10177"/>
                    <a:pt x="16821" y="11887"/>
                    <a:pt x="17490" y="13744"/>
                  </a:cubicBezTo>
                  <a:cubicBezTo>
                    <a:pt x="18159" y="15601"/>
                    <a:pt x="19115" y="17605"/>
                    <a:pt x="19784" y="18777"/>
                  </a:cubicBezTo>
                  <a:cubicBezTo>
                    <a:pt x="20453" y="19950"/>
                    <a:pt x="20835" y="20292"/>
                    <a:pt x="21122" y="20634"/>
                  </a:cubicBezTo>
                  <a:cubicBezTo>
                    <a:pt x="21409" y="20977"/>
                    <a:pt x="21600" y="21319"/>
                    <a:pt x="21218" y="21441"/>
                  </a:cubicBezTo>
                  <a:cubicBezTo>
                    <a:pt x="20835" y="21563"/>
                    <a:pt x="19880" y="21465"/>
                    <a:pt x="19019" y="21343"/>
                  </a:cubicBezTo>
                  <a:cubicBezTo>
                    <a:pt x="18159" y="21221"/>
                    <a:pt x="17395" y="21074"/>
                    <a:pt x="16630" y="2092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5" name="直线"/>
            <p:cNvSpPr/>
            <p:nvPr/>
          </p:nvSpPr>
          <p:spPr>
            <a:xfrm>
              <a:off x="1673624" y="4121812"/>
              <a:ext cx="240640" cy="3149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7" h="21447" extrusionOk="0">
                  <a:moveTo>
                    <a:pt x="0" y="3488"/>
                  </a:moveTo>
                  <a:cubicBezTo>
                    <a:pt x="3086" y="2541"/>
                    <a:pt x="6171" y="1593"/>
                    <a:pt x="9442" y="930"/>
                  </a:cubicBezTo>
                  <a:cubicBezTo>
                    <a:pt x="12713" y="267"/>
                    <a:pt x="16169" y="-112"/>
                    <a:pt x="18391" y="30"/>
                  </a:cubicBezTo>
                  <a:cubicBezTo>
                    <a:pt x="20613" y="172"/>
                    <a:pt x="21600" y="835"/>
                    <a:pt x="21291" y="2399"/>
                  </a:cubicBezTo>
                  <a:cubicBezTo>
                    <a:pt x="20983" y="3962"/>
                    <a:pt x="19378" y="6425"/>
                    <a:pt x="17218" y="9030"/>
                  </a:cubicBezTo>
                  <a:cubicBezTo>
                    <a:pt x="15058" y="11635"/>
                    <a:pt x="12343" y="14383"/>
                    <a:pt x="10183" y="16372"/>
                  </a:cubicBezTo>
                  <a:cubicBezTo>
                    <a:pt x="8023" y="18362"/>
                    <a:pt x="6418" y="19593"/>
                    <a:pt x="5307" y="20351"/>
                  </a:cubicBezTo>
                  <a:cubicBezTo>
                    <a:pt x="4197" y="21109"/>
                    <a:pt x="3579" y="21393"/>
                    <a:pt x="3579" y="21441"/>
                  </a:cubicBezTo>
                  <a:cubicBezTo>
                    <a:pt x="3579" y="21488"/>
                    <a:pt x="4197" y="21299"/>
                    <a:pt x="6110" y="20399"/>
                  </a:cubicBezTo>
                  <a:cubicBezTo>
                    <a:pt x="8023" y="19499"/>
                    <a:pt x="11232" y="17888"/>
                    <a:pt x="14441" y="1627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6" name="直线"/>
            <p:cNvSpPr/>
            <p:nvPr/>
          </p:nvSpPr>
          <p:spPr>
            <a:xfrm>
              <a:off x="2483418" y="3351836"/>
              <a:ext cx="379853" cy="889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16" extrusionOk="0">
                  <a:moveTo>
                    <a:pt x="21600" y="175"/>
                  </a:moveTo>
                  <a:cubicBezTo>
                    <a:pt x="21284" y="74"/>
                    <a:pt x="20967" y="-27"/>
                    <a:pt x="20097" y="7"/>
                  </a:cubicBezTo>
                  <a:cubicBezTo>
                    <a:pt x="19226" y="40"/>
                    <a:pt x="17802" y="209"/>
                    <a:pt x="15903" y="562"/>
                  </a:cubicBezTo>
                  <a:cubicBezTo>
                    <a:pt x="14004" y="915"/>
                    <a:pt x="11631" y="1453"/>
                    <a:pt x="9257" y="1924"/>
                  </a:cubicBezTo>
                  <a:cubicBezTo>
                    <a:pt x="6884" y="2395"/>
                    <a:pt x="4510" y="2799"/>
                    <a:pt x="3046" y="3068"/>
                  </a:cubicBezTo>
                  <a:cubicBezTo>
                    <a:pt x="1582" y="3337"/>
                    <a:pt x="1029" y="3472"/>
                    <a:pt x="633" y="3607"/>
                  </a:cubicBezTo>
                  <a:cubicBezTo>
                    <a:pt x="237" y="3741"/>
                    <a:pt x="0" y="3876"/>
                    <a:pt x="0" y="4448"/>
                  </a:cubicBezTo>
                  <a:cubicBezTo>
                    <a:pt x="0" y="5020"/>
                    <a:pt x="237" y="6029"/>
                    <a:pt x="435" y="7257"/>
                  </a:cubicBezTo>
                  <a:cubicBezTo>
                    <a:pt x="633" y="8485"/>
                    <a:pt x="791" y="9932"/>
                    <a:pt x="949" y="11311"/>
                  </a:cubicBezTo>
                  <a:cubicBezTo>
                    <a:pt x="1108" y="12691"/>
                    <a:pt x="1266" y="14003"/>
                    <a:pt x="1503" y="15298"/>
                  </a:cubicBezTo>
                  <a:cubicBezTo>
                    <a:pt x="1741" y="16594"/>
                    <a:pt x="2057" y="17872"/>
                    <a:pt x="2136" y="18881"/>
                  </a:cubicBezTo>
                  <a:cubicBezTo>
                    <a:pt x="2215" y="19891"/>
                    <a:pt x="2057" y="20631"/>
                    <a:pt x="1820" y="21052"/>
                  </a:cubicBezTo>
                  <a:cubicBezTo>
                    <a:pt x="1582" y="21472"/>
                    <a:pt x="1266" y="21573"/>
                    <a:pt x="949" y="21489"/>
                  </a:cubicBezTo>
                  <a:cubicBezTo>
                    <a:pt x="633" y="21405"/>
                    <a:pt x="316" y="21136"/>
                    <a:pt x="0" y="2086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7" name="直线"/>
            <p:cNvSpPr/>
            <p:nvPr/>
          </p:nvSpPr>
          <p:spPr>
            <a:xfrm>
              <a:off x="2838225" y="3402199"/>
              <a:ext cx="240808" cy="645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2" h="21600" extrusionOk="0">
                  <a:moveTo>
                    <a:pt x="0" y="791"/>
                  </a:moveTo>
                  <a:cubicBezTo>
                    <a:pt x="3209" y="559"/>
                    <a:pt x="6418" y="326"/>
                    <a:pt x="9566" y="186"/>
                  </a:cubicBezTo>
                  <a:cubicBezTo>
                    <a:pt x="12713" y="47"/>
                    <a:pt x="15799" y="0"/>
                    <a:pt x="17712" y="0"/>
                  </a:cubicBezTo>
                  <a:cubicBezTo>
                    <a:pt x="19625" y="0"/>
                    <a:pt x="20366" y="47"/>
                    <a:pt x="20859" y="186"/>
                  </a:cubicBezTo>
                  <a:cubicBezTo>
                    <a:pt x="21353" y="326"/>
                    <a:pt x="21600" y="559"/>
                    <a:pt x="21045" y="1164"/>
                  </a:cubicBezTo>
                  <a:cubicBezTo>
                    <a:pt x="20489" y="1769"/>
                    <a:pt x="19131" y="2747"/>
                    <a:pt x="16910" y="3631"/>
                  </a:cubicBezTo>
                  <a:cubicBezTo>
                    <a:pt x="14688" y="4516"/>
                    <a:pt x="11602" y="5307"/>
                    <a:pt x="9010" y="5796"/>
                  </a:cubicBezTo>
                  <a:cubicBezTo>
                    <a:pt x="6418" y="6284"/>
                    <a:pt x="4320" y="6471"/>
                    <a:pt x="2962" y="6634"/>
                  </a:cubicBezTo>
                  <a:cubicBezTo>
                    <a:pt x="1605" y="6797"/>
                    <a:pt x="987" y="6936"/>
                    <a:pt x="679" y="7634"/>
                  </a:cubicBezTo>
                  <a:cubicBezTo>
                    <a:pt x="370" y="8333"/>
                    <a:pt x="370" y="9590"/>
                    <a:pt x="370" y="11196"/>
                  </a:cubicBezTo>
                  <a:cubicBezTo>
                    <a:pt x="370" y="12802"/>
                    <a:pt x="370" y="14757"/>
                    <a:pt x="370" y="16456"/>
                  </a:cubicBezTo>
                  <a:cubicBezTo>
                    <a:pt x="370" y="18155"/>
                    <a:pt x="370" y="19598"/>
                    <a:pt x="370" y="20459"/>
                  </a:cubicBezTo>
                  <a:cubicBezTo>
                    <a:pt x="370" y="21321"/>
                    <a:pt x="370" y="21600"/>
                    <a:pt x="494" y="21600"/>
                  </a:cubicBezTo>
                  <a:cubicBezTo>
                    <a:pt x="617" y="21600"/>
                    <a:pt x="864" y="21321"/>
                    <a:pt x="1049" y="20878"/>
                  </a:cubicBezTo>
                  <a:cubicBezTo>
                    <a:pt x="1234" y="20436"/>
                    <a:pt x="1358" y="19831"/>
                    <a:pt x="1481" y="1922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8" name="直线"/>
            <p:cNvSpPr/>
            <p:nvPr/>
          </p:nvSpPr>
          <p:spPr>
            <a:xfrm>
              <a:off x="2846574" y="3756569"/>
              <a:ext cx="229581" cy="200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8" extrusionOk="0">
                  <a:moveTo>
                    <a:pt x="0" y="3473"/>
                  </a:moveTo>
                  <a:cubicBezTo>
                    <a:pt x="3011" y="2281"/>
                    <a:pt x="6022" y="1090"/>
                    <a:pt x="8051" y="494"/>
                  </a:cubicBezTo>
                  <a:cubicBezTo>
                    <a:pt x="10080" y="-102"/>
                    <a:pt x="11127" y="-102"/>
                    <a:pt x="11913" y="196"/>
                  </a:cubicBezTo>
                  <a:cubicBezTo>
                    <a:pt x="12698" y="494"/>
                    <a:pt x="13222" y="1090"/>
                    <a:pt x="13222" y="2207"/>
                  </a:cubicBezTo>
                  <a:cubicBezTo>
                    <a:pt x="13222" y="3324"/>
                    <a:pt x="12698" y="4963"/>
                    <a:pt x="11258" y="7942"/>
                  </a:cubicBezTo>
                  <a:cubicBezTo>
                    <a:pt x="9818" y="10921"/>
                    <a:pt x="7462" y="15241"/>
                    <a:pt x="6022" y="17848"/>
                  </a:cubicBezTo>
                  <a:cubicBezTo>
                    <a:pt x="4582" y="20455"/>
                    <a:pt x="4058" y="21349"/>
                    <a:pt x="4058" y="21424"/>
                  </a:cubicBezTo>
                  <a:cubicBezTo>
                    <a:pt x="4058" y="21498"/>
                    <a:pt x="4582" y="20753"/>
                    <a:pt x="6415" y="18370"/>
                  </a:cubicBezTo>
                  <a:cubicBezTo>
                    <a:pt x="8247" y="15986"/>
                    <a:pt x="11389" y="11964"/>
                    <a:pt x="14138" y="8687"/>
                  </a:cubicBezTo>
                  <a:cubicBezTo>
                    <a:pt x="16887" y="5410"/>
                    <a:pt x="19244" y="2877"/>
                    <a:pt x="21600" y="34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9" name="直线"/>
            <p:cNvSpPr/>
            <p:nvPr/>
          </p:nvSpPr>
          <p:spPr>
            <a:xfrm>
              <a:off x="3188858" y="3074569"/>
              <a:ext cx="361649" cy="1102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0" h="21558" extrusionOk="0">
                  <a:moveTo>
                    <a:pt x="3228" y="747"/>
                  </a:moveTo>
                  <a:cubicBezTo>
                    <a:pt x="4303" y="502"/>
                    <a:pt x="5379" y="257"/>
                    <a:pt x="7324" y="121"/>
                  </a:cubicBezTo>
                  <a:cubicBezTo>
                    <a:pt x="9269" y="-15"/>
                    <a:pt x="12083" y="-42"/>
                    <a:pt x="13903" y="67"/>
                  </a:cubicBezTo>
                  <a:cubicBezTo>
                    <a:pt x="15724" y="176"/>
                    <a:pt x="16552" y="420"/>
                    <a:pt x="16552" y="842"/>
                  </a:cubicBezTo>
                  <a:cubicBezTo>
                    <a:pt x="16552" y="1264"/>
                    <a:pt x="15724" y="1862"/>
                    <a:pt x="14359" y="2651"/>
                  </a:cubicBezTo>
                  <a:cubicBezTo>
                    <a:pt x="12993" y="3440"/>
                    <a:pt x="11090" y="4419"/>
                    <a:pt x="9724" y="5208"/>
                  </a:cubicBezTo>
                  <a:cubicBezTo>
                    <a:pt x="8359" y="5997"/>
                    <a:pt x="7531" y="6596"/>
                    <a:pt x="7117" y="6990"/>
                  </a:cubicBezTo>
                  <a:cubicBezTo>
                    <a:pt x="6703" y="7385"/>
                    <a:pt x="6703" y="7575"/>
                    <a:pt x="6993" y="7670"/>
                  </a:cubicBezTo>
                  <a:cubicBezTo>
                    <a:pt x="7283" y="7766"/>
                    <a:pt x="7862" y="7766"/>
                    <a:pt x="9021" y="7738"/>
                  </a:cubicBezTo>
                  <a:cubicBezTo>
                    <a:pt x="10179" y="7711"/>
                    <a:pt x="11917" y="7657"/>
                    <a:pt x="13117" y="7616"/>
                  </a:cubicBezTo>
                  <a:cubicBezTo>
                    <a:pt x="14317" y="7575"/>
                    <a:pt x="14979" y="7548"/>
                    <a:pt x="15517" y="7589"/>
                  </a:cubicBezTo>
                  <a:cubicBezTo>
                    <a:pt x="16055" y="7630"/>
                    <a:pt x="16469" y="7738"/>
                    <a:pt x="16221" y="8133"/>
                  </a:cubicBezTo>
                  <a:cubicBezTo>
                    <a:pt x="15972" y="8527"/>
                    <a:pt x="15062" y="9207"/>
                    <a:pt x="13655" y="10010"/>
                  </a:cubicBezTo>
                  <a:cubicBezTo>
                    <a:pt x="12248" y="10812"/>
                    <a:pt x="10345" y="11737"/>
                    <a:pt x="9062" y="12458"/>
                  </a:cubicBezTo>
                  <a:cubicBezTo>
                    <a:pt x="7779" y="13179"/>
                    <a:pt x="7117" y="13696"/>
                    <a:pt x="6745" y="14036"/>
                  </a:cubicBezTo>
                  <a:cubicBezTo>
                    <a:pt x="6372" y="14376"/>
                    <a:pt x="6290" y="14539"/>
                    <a:pt x="6579" y="14539"/>
                  </a:cubicBezTo>
                  <a:cubicBezTo>
                    <a:pt x="6869" y="14539"/>
                    <a:pt x="7531" y="14376"/>
                    <a:pt x="9021" y="14022"/>
                  </a:cubicBezTo>
                  <a:cubicBezTo>
                    <a:pt x="10510" y="13669"/>
                    <a:pt x="12828" y="13125"/>
                    <a:pt x="14772" y="12676"/>
                  </a:cubicBezTo>
                  <a:cubicBezTo>
                    <a:pt x="16717" y="12227"/>
                    <a:pt x="18290" y="11873"/>
                    <a:pt x="19365" y="11656"/>
                  </a:cubicBezTo>
                  <a:cubicBezTo>
                    <a:pt x="20441" y="11438"/>
                    <a:pt x="21021" y="11356"/>
                    <a:pt x="21310" y="11384"/>
                  </a:cubicBezTo>
                  <a:cubicBezTo>
                    <a:pt x="21600" y="11411"/>
                    <a:pt x="21600" y="11547"/>
                    <a:pt x="21145" y="12077"/>
                  </a:cubicBezTo>
                  <a:cubicBezTo>
                    <a:pt x="20690" y="12608"/>
                    <a:pt x="19779" y="13533"/>
                    <a:pt x="18497" y="14444"/>
                  </a:cubicBezTo>
                  <a:cubicBezTo>
                    <a:pt x="17214" y="15355"/>
                    <a:pt x="15559" y="16253"/>
                    <a:pt x="13738" y="17069"/>
                  </a:cubicBezTo>
                  <a:cubicBezTo>
                    <a:pt x="11917" y="17885"/>
                    <a:pt x="9931" y="18620"/>
                    <a:pt x="7986" y="19354"/>
                  </a:cubicBezTo>
                  <a:cubicBezTo>
                    <a:pt x="6041" y="20089"/>
                    <a:pt x="4138" y="20823"/>
                    <a:pt x="2814" y="21191"/>
                  </a:cubicBezTo>
                  <a:cubicBezTo>
                    <a:pt x="1490" y="21558"/>
                    <a:pt x="745" y="21558"/>
                    <a:pt x="0" y="2155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0" name="直线"/>
            <p:cNvSpPr/>
            <p:nvPr/>
          </p:nvSpPr>
          <p:spPr>
            <a:xfrm>
              <a:off x="3197206" y="3880840"/>
              <a:ext cx="592737" cy="2963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268" y="2130"/>
                    <a:pt x="2535" y="4259"/>
                    <a:pt x="3879" y="6439"/>
                  </a:cubicBezTo>
                  <a:cubicBezTo>
                    <a:pt x="5223" y="8620"/>
                    <a:pt x="6642" y="10851"/>
                    <a:pt x="8290" y="12777"/>
                  </a:cubicBezTo>
                  <a:cubicBezTo>
                    <a:pt x="9938" y="14704"/>
                    <a:pt x="11814" y="16327"/>
                    <a:pt x="13639" y="17493"/>
                  </a:cubicBezTo>
                  <a:cubicBezTo>
                    <a:pt x="15465" y="18659"/>
                    <a:pt x="17239" y="19369"/>
                    <a:pt x="18558" y="19977"/>
                  </a:cubicBezTo>
                  <a:cubicBezTo>
                    <a:pt x="19876" y="20586"/>
                    <a:pt x="20738" y="21093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1" name="直线"/>
            <p:cNvSpPr/>
            <p:nvPr/>
          </p:nvSpPr>
          <p:spPr>
            <a:xfrm>
              <a:off x="4290702" y="2942006"/>
              <a:ext cx="270181" cy="21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480" y="4526"/>
                    <a:pt x="8960" y="9051"/>
                    <a:pt x="12560" y="12651"/>
                  </a:cubicBezTo>
                  <a:cubicBezTo>
                    <a:pt x="16160" y="16251"/>
                    <a:pt x="18880" y="18926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2" name="直线"/>
            <p:cNvSpPr/>
            <p:nvPr/>
          </p:nvSpPr>
          <p:spPr>
            <a:xfrm>
              <a:off x="4216653" y="3122126"/>
              <a:ext cx="428286" cy="2659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17" extrusionOk="0">
                  <a:moveTo>
                    <a:pt x="2523" y="17893"/>
                  </a:moveTo>
                  <a:cubicBezTo>
                    <a:pt x="2019" y="18376"/>
                    <a:pt x="1514" y="18860"/>
                    <a:pt x="1009" y="19504"/>
                  </a:cubicBezTo>
                  <a:cubicBezTo>
                    <a:pt x="505" y="20149"/>
                    <a:pt x="0" y="20955"/>
                    <a:pt x="0" y="21278"/>
                  </a:cubicBezTo>
                  <a:cubicBezTo>
                    <a:pt x="0" y="21600"/>
                    <a:pt x="505" y="21439"/>
                    <a:pt x="2372" y="19988"/>
                  </a:cubicBezTo>
                  <a:cubicBezTo>
                    <a:pt x="4239" y="18537"/>
                    <a:pt x="7469" y="15797"/>
                    <a:pt x="10750" y="12734"/>
                  </a:cubicBezTo>
                  <a:cubicBezTo>
                    <a:pt x="14030" y="9672"/>
                    <a:pt x="17361" y="6287"/>
                    <a:pt x="19178" y="4110"/>
                  </a:cubicBezTo>
                  <a:cubicBezTo>
                    <a:pt x="20994" y="1934"/>
                    <a:pt x="21297" y="96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3" name="直线"/>
            <p:cNvSpPr/>
            <p:nvPr/>
          </p:nvSpPr>
          <p:spPr>
            <a:xfrm>
              <a:off x="4560882" y="2765600"/>
              <a:ext cx="204137" cy="326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7" extrusionOk="0">
                  <a:moveTo>
                    <a:pt x="21600" y="1731"/>
                  </a:moveTo>
                  <a:cubicBezTo>
                    <a:pt x="21388" y="941"/>
                    <a:pt x="21176" y="150"/>
                    <a:pt x="20753" y="19"/>
                  </a:cubicBezTo>
                  <a:cubicBezTo>
                    <a:pt x="20329" y="-113"/>
                    <a:pt x="19694" y="414"/>
                    <a:pt x="17894" y="2521"/>
                  </a:cubicBezTo>
                  <a:cubicBezTo>
                    <a:pt x="16094" y="4628"/>
                    <a:pt x="13129" y="8316"/>
                    <a:pt x="9953" y="11741"/>
                  </a:cubicBezTo>
                  <a:cubicBezTo>
                    <a:pt x="6777" y="15165"/>
                    <a:pt x="3388" y="18326"/>
                    <a:pt x="0" y="2148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4" name="直线"/>
            <p:cNvSpPr/>
            <p:nvPr/>
          </p:nvSpPr>
          <p:spPr>
            <a:xfrm>
              <a:off x="4446806" y="2774794"/>
              <a:ext cx="138093" cy="9521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3" extrusionOk="0">
                  <a:moveTo>
                    <a:pt x="21600" y="1338"/>
                  </a:moveTo>
                  <a:cubicBezTo>
                    <a:pt x="20974" y="1022"/>
                    <a:pt x="20348" y="705"/>
                    <a:pt x="19565" y="455"/>
                  </a:cubicBezTo>
                  <a:cubicBezTo>
                    <a:pt x="18783" y="206"/>
                    <a:pt x="17844" y="25"/>
                    <a:pt x="16748" y="3"/>
                  </a:cubicBezTo>
                  <a:cubicBezTo>
                    <a:pt x="15652" y="-20"/>
                    <a:pt x="14400" y="116"/>
                    <a:pt x="13148" y="886"/>
                  </a:cubicBezTo>
                  <a:cubicBezTo>
                    <a:pt x="11896" y="1655"/>
                    <a:pt x="10644" y="3059"/>
                    <a:pt x="9704" y="4622"/>
                  </a:cubicBezTo>
                  <a:cubicBezTo>
                    <a:pt x="8765" y="6184"/>
                    <a:pt x="8139" y="7905"/>
                    <a:pt x="7670" y="9535"/>
                  </a:cubicBezTo>
                  <a:cubicBezTo>
                    <a:pt x="7200" y="11165"/>
                    <a:pt x="6887" y="12705"/>
                    <a:pt x="6887" y="14403"/>
                  </a:cubicBezTo>
                  <a:cubicBezTo>
                    <a:pt x="6887" y="16101"/>
                    <a:pt x="7200" y="17957"/>
                    <a:pt x="7200" y="19135"/>
                  </a:cubicBezTo>
                  <a:cubicBezTo>
                    <a:pt x="7200" y="20312"/>
                    <a:pt x="6887" y="20810"/>
                    <a:pt x="5948" y="21127"/>
                  </a:cubicBezTo>
                  <a:cubicBezTo>
                    <a:pt x="5009" y="21444"/>
                    <a:pt x="3444" y="21580"/>
                    <a:pt x="2348" y="21535"/>
                  </a:cubicBezTo>
                  <a:cubicBezTo>
                    <a:pt x="1252" y="21489"/>
                    <a:pt x="626" y="21263"/>
                    <a:pt x="0" y="2103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5" name="直线"/>
            <p:cNvSpPr/>
            <p:nvPr/>
          </p:nvSpPr>
          <p:spPr>
            <a:xfrm>
              <a:off x="4331662" y="3303854"/>
              <a:ext cx="519300" cy="339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4" h="21444" extrusionOk="0">
                  <a:moveTo>
                    <a:pt x="10968" y="656"/>
                  </a:moveTo>
                  <a:cubicBezTo>
                    <a:pt x="11630" y="277"/>
                    <a:pt x="12292" y="-102"/>
                    <a:pt x="12582" y="24"/>
                  </a:cubicBezTo>
                  <a:cubicBezTo>
                    <a:pt x="12871" y="151"/>
                    <a:pt x="12789" y="782"/>
                    <a:pt x="11878" y="2803"/>
                  </a:cubicBezTo>
                  <a:cubicBezTo>
                    <a:pt x="10968" y="4824"/>
                    <a:pt x="9230" y="8235"/>
                    <a:pt x="7244" y="11393"/>
                  </a:cubicBezTo>
                  <a:cubicBezTo>
                    <a:pt x="5258" y="14551"/>
                    <a:pt x="3023" y="17456"/>
                    <a:pt x="1699" y="19098"/>
                  </a:cubicBezTo>
                  <a:cubicBezTo>
                    <a:pt x="375" y="20740"/>
                    <a:pt x="-39" y="21119"/>
                    <a:pt x="2" y="21309"/>
                  </a:cubicBezTo>
                  <a:cubicBezTo>
                    <a:pt x="44" y="21498"/>
                    <a:pt x="540" y="21498"/>
                    <a:pt x="2154" y="21245"/>
                  </a:cubicBezTo>
                  <a:cubicBezTo>
                    <a:pt x="3768" y="20993"/>
                    <a:pt x="6499" y="20487"/>
                    <a:pt x="9271" y="19730"/>
                  </a:cubicBezTo>
                  <a:cubicBezTo>
                    <a:pt x="12044" y="18972"/>
                    <a:pt x="14858" y="17961"/>
                    <a:pt x="16595" y="17330"/>
                  </a:cubicBezTo>
                  <a:cubicBezTo>
                    <a:pt x="18333" y="16698"/>
                    <a:pt x="18995" y="16445"/>
                    <a:pt x="19658" y="16319"/>
                  </a:cubicBezTo>
                  <a:cubicBezTo>
                    <a:pt x="20320" y="16193"/>
                    <a:pt x="20982" y="16193"/>
                    <a:pt x="21271" y="16509"/>
                  </a:cubicBezTo>
                  <a:cubicBezTo>
                    <a:pt x="21561" y="16824"/>
                    <a:pt x="21478" y="17456"/>
                    <a:pt x="21395" y="17835"/>
                  </a:cubicBezTo>
                  <a:cubicBezTo>
                    <a:pt x="21313" y="18214"/>
                    <a:pt x="21230" y="18340"/>
                    <a:pt x="21147" y="1846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6" name="直线"/>
            <p:cNvSpPr/>
            <p:nvPr/>
          </p:nvSpPr>
          <p:spPr>
            <a:xfrm>
              <a:off x="4526707" y="3626462"/>
              <a:ext cx="273228" cy="5643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5" h="21600" extrusionOk="0">
                  <a:moveTo>
                    <a:pt x="6383" y="0"/>
                  </a:moveTo>
                  <a:cubicBezTo>
                    <a:pt x="5139" y="2451"/>
                    <a:pt x="3896" y="4902"/>
                    <a:pt x="2575" y="7430"/>
                  </a:cubicBezTo>
                  <a:cubicBezTo>
                    <a:pt x="1255" y="9957"/>
                    <a:pt x="-144" y="12562"/>
                    <a:pt x="11" y="14668"/>
                  </a:cubicBezTo>
                  <a:cubicBezTo>
                    <a:pt x="167" y="16774"/>
                    <a:pt x="1876" y="18383"/>
                    <a:pt x="4829" y="19455"/>
                  </a:cubicBezTo>
                  <a:cubicBezTo>
                    <a:pt x="7781" y="20528"/>
                    <a:pt x="11977" y="21064"/>
                    <a:pt x="14696" y="21332"/>
                  </a:cubicBezTo>
                  <a:cubicBezTo>
                    <a:pt x="17416" y="21600"/>
                    <a:pt x="18659" y="21600"/>
                    <a:pt x="19669" y="21600"/>
                  </a:cubicBezTo>
                  <a:cubicBezTo>
                    <a:pt x="20679" y="21600"/>
                    <a:pt x="21456" y="21600"/>
                    <a:pt x="21145" y="21485"/>
                  </a:cubicBezTo>
                  <a:cubicBezTo>
                    <a:pt x="20834" y="21370"/>
                    <a:pt x="19436" y="21140"/>
                    <a:pt x="18037" y="2091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7" name="直线"/>
            <p:cNvSpPr/>
            <p:nvPr/>
          </p:nvSpPr>
          <p:spPr>
            <a:xfrm>
              <a:off x="4320722" y="3794574"/>
              <a:ext cx="501417" cy="4961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0" h="21419" extrusionOk="0">
                  <a:moveTo>
                    <a:pt x="20653" y="0"/>
                  </a:moveTo>
                  <a:cubicBezTo>
                    <a:pt x="21084" y="86"/>
                    <a:pt x="21514" y="173"/>
                    <a:pt x="21557" y="821"/>
                  </a:cubicBezTo>
                  <a:cubicBezTo>
                    <a:pt x="21600" y="1469"/>
                    <a:pt x="21256" y="2678"/>
                    <a:pt x="20094" y="4536"/>
                  </a:cubicBezTo>
                  <a:cubicBezTo>
                    <a:pt x="18932" y="6394"/>
                    <a:pt x="16953" y="8899"/>
                    <a:pt x="14974" y="11448"/>
                  </a:cubicBezTo>
                  <a:cubicBezTo>
                    <a:pt x="12994" y="13997"/>
                    <a:pt x="11015" y="16589"/>
                    <a:pt x="8907" y="18360"/>
                  </a:cubicBezTo>
                  <a:cubicBezTo>
                    <a:pt x="6798" y="20131"/>
                    <a:pt x="4561" y="21082"/>
                    <a:pt x="3055" y="21341"/>
                  </a:cubicBezTo>
                  <a:cubicBezTo>
                    <a:pt x="1549" y="21600"/>
                    <a:pt x="775" y="21168"/>
                    <a:pt x="0" y="2073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8" name="直线"/>
            <p:cNvSpPr/>
            <p:nvPr/>
          </p:nvSpPr>
          <p:spPr>
            <a:xfrm>
              <a:off x="3979591" y="3704514"/>
              <a:ext cx="953540" cy="416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0" h="21506" extrusionOk="0">
                  <a:moveTo>
                    <a:pt x="382" y="20463"/>
                  </a:moveTo>
                  <a:cubicBezTo>
                    <a:pt x="156" y="20877"/>
                    <a:pt x="-70" y="21290"/>
                    <a:pt x="20" y="21445"/>
                  </a:cubicBezTo>
                  <a:cubicBezTo>
                    <a:pt x="111" y="21600"/>
                    <a:pt x="517" y="21497"/>
                    <a:pt x="1466" y="20722"/>
                  </a:cubicBezTo>
                  <a:cubicBezTo>
                    <a:pt x="2415" y="19946"/>
                    <a:pt x="3907" y="18500"/>
                    <a:pt x="5375" y="16949"/>
                  </a:cubicBezTo>
                  <a:cubicBezTo>
                    <a:pt x="6844" y="15399"/>
                    <a:pt x="8290" y="13745"/>
                    <a:pt x="9804" y="12144"/>
                  </a:cubicBezTo>
                  <a:cubicBezTo>
                    <a:pt x="11317" y="10542"/>
                    <a:pt x="12899" y="8991"/>
                    <a:pt x="14571" y="7389"/>
                  </a:cubicBezTo>
                  <a:cubicBezTo>
                    <a:pt x="16243" y="5788"/>
                    <a:pt x="18005" y="4134"/>
                    <a:pt x="19180" y="2894"/>
                  </a:cubicBezTo>
                  <a:cubicBezTo>
                    <a:pt x="20355" y="1654"/>
                    <a:pt x="20943" y="827"/>
                    <a:pt x="2153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9" name="直线"/>
            <p:cNvSpPr/>
            <p:nvPr/>
          </p:nvSpPr>
          <p:spPr>
            <a:xfrm>
              <a:off x="5173290" y="3020057"/>
              <a:ext cx="336226" cy="1323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18" extrusionOk="0">
                  <a:moveTo>
                    <a:pt x="0" y="0"/>
                  </a:moveTo>
                  <a:cubicBezTo>
                    <a:pt x="771" y="6125"/>
                    <a:pt x="1543" y="12251"/>
                    <a:pt x="2121" y="16119"/>
                  </a:cubicBezTo>
                  <a:cubicBezTo>
                    <a:pt x="2700" y="19988"/>
                    <a:pt x="3086" y="21600"/>
                    <a:pt x="5271" y="21278"/>
                  </a:cubicBezTo>
                  <a:cubicBezTo>
                    <a:pt x="7457" y="20955"/>
                    <a:pt x="11443" y="18699"/>
                    <a:pt x="14464" y="16442"/>
                  </a:cubicBezTo>
                  <a:cubicBezTo>
                    <a:pt x="17486" y="14185"/>
                    <a:pt x="19543" y="11928"/>
                    <a:pt x="21600" y="967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0" name="直线"/>
            <p:cNvSpPr/>
            <p:nvPr/>
          </p:nvSpPr>
          <p:spPr>
            <a:xfrm>
              <a:off x="5113250" y="3398310"/>
              <a:ext cx="127111" cy="5614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6" h="21565" extrusionOk="0">
                  <a:moveTo>
                    <a:pt x="14954" y="0"/>
                  </a:moveTo>
                  <a:cubicBezTo>
                    <a:pt x="17612" y="1614"/>
                    <a:pt x="20271" y="3228"/>
                    <a:pt x="20935" y="5458"/>
                  </a:cubicBezTo>
                  <a:cubicBezTo>
                    <a:pt x="21600" y="7687"/>
                    <a:pt x="20271" y="10531"/>
                    <a:pt x="17778" y="13221"/>
                  </a:cubicBezTo>
                  <a:cubicBezTo>
                    <a:pt x="15286" y="15912"/>
                    <a:pt x="11631" y="18448"/>
                    <a:pt x="8972" y="19870"/>
                  </a:cubicBezTo>
                  <a:cubicBezTo>
                    <a:pt x="6314" y="21293"/>
                    <a:pt x="4652" y="21600"/>
                    <a:pt x="3323" y="21562"/>
                  </a:cubicBezTo>
                  <a:cubicBezTo>
                    <a:pt x="1994" y="21523"/>
                    <a:pt x="997" y="21139"/>
                    <a:pt x="0" y="2075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1" name="直线"/>
            <p:cNvSpPr/>
            <p:nvPr/>
          </p:nvSpPr>
          <p:spPr>
            <a:xfrm>
              <a:off x="5149275" y="3602446"/>
              <a:ext cx="702469" cy="588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600" y="2131"/>
                    <a:pt x="3200" y="4261"/>
                    <a:pt x="4923" y="6171"/>
                  </a:cubicBezTo>
                  <a:cubicBezTo>
                    <a:pt x="6646" y="8082"/>
                    <a:pt x="8492" y="9771"/>
                    <a:pt x="10492" y="11461"/>
                  </a:cubicBezTo>
                  <a:cubicBezTo>
                    <a:pt x="12492" y="13151"/>
                    <a:pt x="14646" y="14841"/>
                    <a:pt x="16523" y="16531"/>
                  </a:cubicBezTo>
                  <a:cubicBezTo>
                    <a:pt x="18400" y="18220"/>
                    <a:pt x="20000" y="1991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2" name="直线"/>
            <p:cNvSpPr/>
            <p:nvPr/>
          </p:nvSpPr>
          <p:spPr>
            <a:xfrm>
              <a:off x="6139935" y="2815921"/>
              <a:ext cx="216145" cy="1080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6000" y="5600"/>
                    <a:pt x="12000" y="11200"/>
                    <a:pt x="15600" y="14800"/>
                  </a:cubicBezTo>
                  <a:cubicBezTo>
                    <a:pt x="19200" y="18400"/>
                    <a:pt x="20400" y="200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3" name="直线"/>
            <p:cNvSpPr/>
            <p:nvPr/>
          </p:nvSpPr>
          <p:spPr>
            <a:xfrm>
              <a:off x="5765890" y="3092106"/>
              <a:ext cx="91858" cy="2041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94" h="21600" extrusionOk="0">
                  <a:moveTo>
                    <a:pt x="5928" y="0"/>
                  </a:moveTo>
                  <a:cubicBezTo>
                    <a:pt x="3630" y="212"/>
                    <a:pt x="1332" y="424"/>
                    <a:pt x="413" y="1165"/>
                  </a:cubicBezTo>
                  <a:cubicBezTo>
                    <a:pt x="-506" y="1906"/>
                    <a:pt x="-46" y="3176"/>
                    <a:pt x="3400" y="6565"/>
                  </a:cubicBezTo>
                  <a:cubicBezTo>
                    <a:pt x="6847" y="9953"/>
                    <a:pt x="13281" y="15459"/>
                    <a:pt x="16728" y="18318"/>
                  </a:cubicBezTo>
                  <a:cubicBezTo>
                    <a:pt x="20175" y="21176"/>
                    <a:pt x="20634" y="21388"/>
                    <a:pt x="21094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4" name="直线"/>
            <p:cNvSpPr/>
            <p:nvPr/>
          </p:nvSpPr>
          <p:spPr>
            <a:xfrm>
              <a:off x="6091903" y="3044073"/>
              <a:ext cx="438456" cy="2041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2" h="21600" extrusionOk="0">
                  <a:moveTo>
                    <a:pt x="0" y="13341"/>
                  </a:moveTo>
                  <a:cubicBezTo>
                    <a:pt x="2737" y="10800"/>
                    <a:pt x="5473" y="8259"/>
                    <a:pt x="8405" y="6035"/>
                  </a:cubicBezTo>
                  <a:cubicBezTo>
                    <a:pt x="11338" y="3812"/>
                    <a:pt x="14465" y="1906"/>
                    <a:pt x="16322" y="953"/>
                  </a:cubicBezTo>
                  <a:cubicBezTo>
                    <a:pt x="18179" y="0"/>
                    <a:pt x="18766" y="0"/>
                    <a:pt x="19401" y="0"/>
                  </a:cubicBezTo>
                  <a:cubicBezTo>
                    <a:pt x="20036" y="0"/>
                    <a:pt x="20720" y="0"/>
                    <a:pt x="21111" y="529"/>
                  </a:cubicBezTo>
                  <a:cubicBezTo>
                    <a:pt x="21502" y="1059"/>
                    <a:pt x="21600" y="2118"/>
                    <a:pt x="20867" y="4765"/>
                  </a:cubicBezTo>
                  <a:cubicBezTo>
                    <a:pt x="20134" y="7412"/>
                    <a:pt x="18570" y="11647"/>
                    <a:pt x="17446" y="14718"/>
                  </a:cubicBezTo>
                  <a:cubicBezTo>
                    <a:pt x="16322" y="17788"/>
                    <a:pt x="15638" y="19694"/>
                    <a:pt x="14954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5" name="直线"/>
            <p:cNvSpPr/>
            <p:nvPr/>
          </p:nvSpPr>
          <p:spPr>
            <a:xfrm>
              <a:off x="6229995" y="3350278"/>
              <a:ext cx="173686" cy="618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2" h="21600" extrusionOk="0">
                  <a:moveTo>
                    <a:pt x="2945" y="0"/>
                  </a:moveTo>
                  <a:cubicBezTo>
                    <a:pt x="5645" y="0"/>
                    <a:pt x="8345" y="0"/>
                    <a:pt x="10432" y="0"/>
                  </a:cubicBezTo>
                  <a:cubicBezTo>
                    <a:pt x="12518" y="0"/>
                    <a:pt x="13991" y="0"/>
                    <a:pt x="14605" y="210"/>
                  </a:cubicBezTo>
                  <a:cubicBezTo>
                    <a:pt x="15218" y="419"/>
                    <a:pt x="14973" y="839"/>
                    <a:pt x="13009" y="1852"/>
                  </a:cubicBezTo>
                  <a:cubicBezTo>
                    <a:pt x="11045" y="2866"/>
                    <a:pt x="7364" y="4474"/>
                    <a:pt x="5277" y="5662"/>
                  </a:cubicBezTo>
                  <a:cubicBezTo>
                    <a:pt x="3191" y="6850"/>
                    <a:pt x="2700" y="7619"/>
                    <a:pt x="2577" y="8179"/>
                  </a:cubicBezTo>
                  <a:cubicBezTo>
                    <a:pt x="2455" y="8738"/>
                    <a:pt x="2700" y="9087"/>
                    <a:pt x="5032" y="9542"/>
                  </a:cubicBezTo>
                  <a:cubicBezTo>
                    <a:pt x="7364" y="9996"/>
                    <a:pt x="11782" y="10555"/>
                    <a:pt x="14727" y="10905"/>
                  </a:cubicBezTo>
                  <a:cubicBezTo>
                    <a:pt x="17673" y="11254"/>
                    <a:pt x="19145" y="11394"/>
                    <a:pt x="20127" y="11639"/>
                  </a:cubicBezTo>
                  <a:cubicBezTo>
                    <a:pt x="21109" y="11883"/>
                    <a:pt x="21600" y="12233"/>
                    <a:pt x="21109" y="13142"/>
                  </a:cubicBezTo>
                  <a:cubicBezTo>
                    <a:pt x="20618" y="14050"/>
                    <a:pt x="19145" y="15518"/>
                    <a:pt x="16200" y="16951"/>
                  </a:cubicBezTo>
                  <a:cubicBezTo>
                    <a:pt x="13255" y="18384"/>
                    <a:pt x="8836" y="19783"/>
                    <a:pt x="5891" y="20551"/>
                  </a:cubicBezTo>
                  <a:cubicBezTo>
                    <a:pt x="2945" y="21320"/>
                    <a:pt x="1473" y="214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6" name="直线"/>
            <p:cNvSpPr/>
            <p:nvPr/>
          </p:nvSpPr>
          <p:spPr>
            <a:xfrm>
              <a:off x="6019855" y="3590438"/>
              <a:ext cx="486325" cy="2221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133" y="18681"/>
                    <a:pt x="4267" y="15762"/>
                    <a:pt x="7511" y="12454"/>
                  </a:cubicBezTo>
                  <a:cubicBezTo>
                    <a:pt x="10756" y="9146"/>
                    <a:pt x="15111" y="5449"/>
                    <a:pt x="17644" y="3308"/>
                  </a:cubicBezTo>
                  <a:cubicBezTo>
                    <a:pt x="20178" y="1168"/>
                    <a:pt x="20889" y="584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7" name="直线"/>
            <p:cNvSpPr/>
            <p:nvPr/>
          </p:nvSpPr>
          <p:spPr>
            <a:xfrm>
              <a:off x="6998507" y="3044073"/>
              <a:ext cx="582438" cy="3182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8" h="21600" extrusionOk="0">
                  <a:moveTo>
                    <a:pt x="0" y="21600"/>
                  </a:moveTo>
                  <a:cubicBezTo>
                    <a:pt x="2515" y="19562"/>
                    <a:pt x="5030" y="17525"/>
                    <a:pt x="7397" y="15419"/>
                  </a:cubicBezTo>
                  <a:cubicBezTo>
                    <a:pt x="9764" y="13313"/>
                    <a:pt x="11984" y="11140"/>
                    <a:pt x="14166" y="9170"/>
                  </a:cubicBezTo>
                  <a:cubicBezTo>
                    <a:pt x="16348" y="7200"/>
                    <a:pt x="18493" y="5434"/>
                    <a:pt x="19751" y="4347"/>
                  </a:cubicBezTo>
                  <a:cubicBezTo>
                    <a:pt x="21008" y="3260"/>
                    <a:pt x="21378" y="2853"/>
                    <a:pt x="21489" y="2242"/>
                  </a:cubicBezTo>
                  <a:cubicBezTo>
                    <a:pt x="21600" y="1630"/>
                    <a:pt x="21452" y="815"/>
                    <a:pt x="21304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8" name="直线"/>
            <p:cNvSpPr/>
            <p:nvPr/>
          </p:nvSpPr>
          <p:spPr>
            <a:xfrm>
              <a:off x="7292704" y="2836886"/>
              <a:ext cx="156105" cy="1675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5" extrusionOk="0">
                  <a:moveTo>
                    <a:pt x="21600" y="1354"/>
                  </a:moveTo>
                  <a:cubicBezTo>
                    <a:pt x="18554" y="1045"/>
                    <a:pt x="15508" y="735"/>
                    <a:pt x="13292" y="478"/>
                  </a:cubicBezTo>
                  <a:cubicBezTo>
                    <a:pt x="11077" y="220"/>
                    <a:pt x="9692" y="14"/>
                    <a:pt x="8723" y="1"/>
                  </a:cubicBezTo>
                  <a:cubicBezTo>
                    <a:pt x="7754" y="-12"/>
                    <a:pt x="7200" y="168"/>
                    <a:pt x="6646" y="761"/>
                  </a:cubicBezTo>
                  <a:cubicBezTo>
                    <a:pt x="6092" y="1354"/>
                    <a:pt x="5538" y="2359"/>
                    <a:pt x="4985" y="3377"/>
                  </a:cubicBezTo>
                  <a:cubicBezTo>
                    <a:pt x="4431" y="4396"/>
                    <a:pt x="3877" y="5427"/>
                    <a:pt x="3462" y="6471"/>
                  </a:cubicBezTo>
                  <a:cubicBezTo>
                    <a:pt x="3046" y="7514"/>
                    <a:pt x="2769" y="8571"/>
                    <a:pt x="2631" y="9589"/>
                  </a:cubicBezTo>
                  <a:cubicBezTo>
                    <a:pt x="2492" y="10608"/>
                    <a:pt x="2492" y="11587"/>
                    <a:pt x="2492" y="12515"/>
                  </a:cubicBezTo>
                  <a:cubicBezTo>
                    <a:pt x="2492" y="13443"/>
                    <a:pt x="2492" y="14319"/>
                    <a:pt x="2492" y="15286"/>
                  </a:cubicBezTo>
                  <a:cubicBezTo>
                    <a:pt x="2492" y="16252"/>
                    <a:pt x="2492" y="17309"/>
                    <a:pt x="2769" y="18314"/>
                  </a:cubicBezTo>
                  <a:cubicBezTo>
                    <a:pt x="3046" y="19320"/>
                    <a:pt x="3600" y="20273"/>
                    <a:pt x="4015" y="20841"/>
                  </a:cubicBezTo>
                  <a:cubicBezTo>
                    <a:pt x="4431" y="21408"/>
                    <a:pt x="4708" y="21588"/>
                    <a:pt x="4015" y="21575"/>
                  </a:cubicBezTo>
                  <a:cubicBezTo>
                    <a:pt x="3323" y="21562"/>
                    <a:pt x="1662" y="21356"/>
                    <a:pt x="0" y="2115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9" name="直线"/>
            <p:cNvSpPr/>
            <p:nvPr/>
          </p:nvSpPr>
          <p:spPr>
            <a:xfrm>
              <a:off x="7046540" y="3392306"/>
              <a:ext cx="504337" cy="618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343" y="979"/>
                    <a:pt x="21086" y="1957"/>
                    <a:pt x="19971" y="3320"/>
                  </a:cubicBezTo>
                  <a:cubicBezTo>
                    <a:pt x="18857" y="4683"/>
                    <a:pt x="16886" y="6431"/>
                    <a:pt x="14957" y="8318"/>
                  </a:cubicBezTo>
                  <a:cubicBezTo>
                    <a:pt x="13029" y="10206"/>
                    <a:pt x="11143" y="12233"/>
                    <a:pt x="8957" y="14295"/>
                  </a:cubicBezTo>
                  <a:cubicBezTo>
                    <a:pt x="6771" y="16357"/>
                    <a:pt x="4286" y="18454"/>
                    <a:pt x="2743" y="19678"/>
                  </a:cubicBezTo>
                  <a:cubicBezTo>
                    <a:pt x="1200" y="20901"/>
                    <a:pt x="600" y="2125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0" name="直线"/>
            <p:cNvSpPr/>
            <p:nvPr/>
          </p:nvSpPr>
          <p:spPr>
            <a:xfrm>
              <a:off x="7544872" y="3674494"/>
              <a:ext cx="300201" cy="144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176" y="3300"/>
                    <a:pt x="8352" y="6600"/>
                    <a:pt x="11952" y="10200"/>
                  </a:cubicBezTo>
                  <a:cubicBezTo>
                    <a:pt x="15552" y="13800"/>
                    <a:pt x="18576" y="177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1" name="直线"/>
            <p:cNvSpPr/>
            <p:nvPr/>
          </p:nvSpPr>
          <p:spPr>
            <a:xfrm>
              <a:off x="7749008" y="3014053"/>
              <a:ext cx="258174" cy="66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191" y="6545"/>
                    <a:pt x="10381" y="13091"/>
                    <a:pt x="13981" y="16691"/>
                  </a:cubicBezTo>
                  <a:cubicBezTo>
                    <a:pt x="17581" y="20291"/>
                    <a:pt x="19591" y="20945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2" name="直线"/>
            <p:cNvSpPr/>
            <p:nvPr/>
          </p:nvSpPr>
          <p:spPr>
            <a:xfrm>
              <a:off x="7999175" y="2815921"/>
              <a:ext cx="8007" cy="264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0800" y="4255"/>
                    <a:pt x="0" y="8509"/>
                    <a:pt x="0" y="12109"/>
                  </a:cubicBezTo>
                  <a:cubicBezTo>
                    <a:pt x="0" y="15709"/>
                    <a:pt x="10800" y="18655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3" name="直线"/>
            <p:cNvSpPr/>
            <p:nvPr/>
          </p:nvSpPr>
          <p:spPr>
            <a:xfrm>
              <a:off x="7918019" y="2791905"/>
              <a:ext cx="355340" cy="10426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5" h="21600" extrusionOk="0">
                  <a:moveTo>
                    <a:pt x="17685" y="0"/>
                  </a:moveTo>
                  <a:cubicBezTo>
                    <a:pt x="16719" y="1368"/>
                    <a:pt x="15754" y="2736"/>
                    <a:pt x="14245" y="4063"/>
                  </a:cubicBezTo>
                  <a:cubicBezTo>
                    <a:pt x="12737" y="5390"/>
                    <a:pt x="10686" y="6675"/>
                    <a:pt x="8393" y="7960"/>
                  </a:cubicBezTo>
                  <a:cubicBezTo>
                    <a:pt x="6100" y="9245"/>
                    <a:pt x="3566" y="10531"/>
                    <a:pt x="2058" y="11360"/>
                  </a:cubicBezTo>
                  <a:cubicBezTo>
                    <a:pt x="549" y="12189"/>
                    <a:pt x="67" y="12562"/>
                    <a:pt x="6" y="12645"/>
                  </a:cubicBezTo>
                  <a:cubicBezTo>
                    <a:pt x="-54" y="12728"/>
                    <a:pt x="308" y="12521"/>
                    <a:pt x="1997" y="12168"/>
                  </a:cubicBezTo>
                  <a:cubicBezTo>
                    <a:pt x="3687" y="11816"/>
                    <a:pt x="6704" y="11318"/>
                    <a:pt x="9720" y="10841"/>
                  </a:cubicBezTo>
                  <a:cubicBezTo>
                    <a:pt x="12737" y="10365"/>
                    <a:pt x="15754" y="9909"/>
                    <a:pt x="17685" y="9639"/>
                  </a:cubicBezTo>
                  <a:cubicBezTo>
                    <a:pt x="19615" y="9370"/>
                    <a:pt x="20460" y="9287"/>
                    <a:pt x="20943" y="9370"/>
                  </a:cubicBezTo>
                  <a:cubicBezTo>
                    <a:pt x="21425" y="9453"/>
                    <a:pt x="21546" y="9701"/>
                    <a:pt x="21305" y="10489"/>
                  </a:cubicBezTo>
                  <a:cubicBezTo>
                    <a:pt x="21063" y="11277"/>
                    <a:pt x="20460" y="12603"/>
                    <a:pt x="19796" y="14034"/>
                  </a:cubicBezTo>
                  <a:cubicBezTo>
                    <a:pt x="19133" y="15464"/>
                    <a:pt x="18409" y="16998"/>
                    <a:pt x="17986" y="18180"/>
                  </a:cubicBezTo>
                  <a:cubicBezTo>
                    <a:pt x="17564" y="19361"/>
                    <a:pt x="17443" y="20190"/>
                    <a:pt x="17383" y="20750"/>
                  </a:cubicBezTo>
                  <a:cubicBezTo>
                    <a:pt x="17323" y="21310"/>
                    <a:pt x="17323" y="21600"/>
                    <a:pt x="17323" y="21600"/>
                  </a:cubicBezTo>
                  <a:cubicBezTo>
                    <a:pt x="17323" y="21600"/>
                    <a:pt x="17323" y="21310"/>
                    <a:pt x="17202" y="20978"/>
                  </a:cubicBezTo>
                  <a:cubicBezTo>
                    <a:pt x="17081" y="20646"/>
                    <a:pt x="16840" y="20273"/>
                    <a:pt x="16599" y="199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4" name="直线"/>
            <p:cNvSpPr/>
            <p:nvPr/>
          </p:nvSpPr>
          <p:spPr>
            <a:xfrm>
              <a:off x="8001176" y="3584434"/>
              <a:ext cx="204138" cy="300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871" y="17280"/>
                    <a:pt x="9741" y="12960"/>
                    <a:pt x="13341" y="9360"/>
                  </a:cubicBezTo>
                  <a:cubicBezTo>
                    <a:pt x="16941" y="5760"/>
                    <a:pt x="19271" y="288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5" name="直线"/>
            <p:cNvSpPr/>
            <p:nvPr/>
          </p:nvSpPr>
          <p:spPr>
            <a:xfrm>
              <a:off x="7976609" y="3800578"/>
              <a:ext cx="168664" cy="831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7" h="21370" extrusionOk="0">
                  <a:moveTo>
                    <a:pt x="4590" y="10800"/>
                  </a:moveTo>
                  <a:cubicBezTo>
                    <a:pt x="3586" y="12857"/>
                    <a:pt x="2581" y="14914"/>
                    <a:pt x="1576" y="16971"/>
                  </a:cubicBezTo>
                  <a:cubicBezTo>
                    <a:pt x="572" y="19029"/>
                    <a:pt x="-433" y="21086"/>
                    <a:pt x="195" y="21343"/>
                  </a:cubicBezTo>
                  <a:cubicBezTo>
                    <a:pt x="823" y="21600"/>
                    <a:pt x="3083" y="20057"/>
                    <a:pt x="6851" y="16200"/>
                  </a:cubicBezTo>
                  <a:cubicBezTo>
                    <a:pt x="10618" y="12343"/>
                    <a:pt x="15893" y="6171"/>
                    <a:pt x="21167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6" name="直线"/>
            <p:cNvSpPr/>
            <p:nvPr/>
          </p:nvSpPr>
          <p:spPr>
            <a:xfrm>
              <a:off x="9111917" y="2515721"/>
              <a:ext cx="264177" cy="48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727" y="4500"/>
                    <a:pt x="11455" y="9000"/>
                    <a:pt x="15055" y="12600"/>
                  </a:cubicBezTo>
                  <a:cubicBezTo>
                    <a:pt x="18655" y="16200"/>
                    <a:pt x="20127" y="189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7" name="直线"/>
            <p:cNvSpPr/>
            <p:nvPr/>
          </p:nvSpPr>
          <p:spPr>
            <a:xfrm>
              <a:off x="8776635" y="2791905"/>
              <a:ext cx="29079" cy="1861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22" h="21600" extrusionOk="0">
                  <a:moveTo>
                    <a:pt x="16602" y="0"/>
                  </a:moveTo>
                  <a:cubicBezTo>
                    <a:pt x="7962" y="2787"/>
                    <a:pt x="-678" y="5574"/>
                    <a:pt x="42" y="9174"/>
                  </a:cubicBezTo>
                  <a:cubicBezTo>
                    <a:pt x="762" y="12774"/>
                    <a:pt x="10842" y="17187"/>
                    <a:pt x="20922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8" name="直线"/>
            <p:cNvSpPr/>
            <p:nvPr/>
          </p:nvSpPr>
          <p:spPr>
            <a:xfrm>
              <a:off x="8967821" y="2738761"/>
              <a:ext cx="532356" cy="287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3" extrusionOk="0">
                  <a:moveTo>
                    <a:pt x="0" y="13433"/>
                  </a:moveTo>
                  <a:cubicBezTo>
                    <a:pt x="2680" y="10733"/>
                    <a:pt x="5359" y="8033"/>
                    <a:pt x="8120" y="6008"/>
                  </a:cubicBezTo>
                  <a:cubicBezTo>
                    <a:pt x="10881" y="3983"/>
                    <a:pt x="13723" y="2633"/>
                    <a:pt x="15875" y="1658"/>
                  </a:cubicBezTo>
                  <a:cubicBezTo>
                    <a:pt x="18027" y="683"/>
                    <a:pt x="19489" y="83"/>
                    <a:pt x="20382" y="8"/>
                  </a:cubicBezTo>
                  <a:cubicBezTo>
                    <a:pt x="21275" y="-67"/>
                    <a:pt x="21600" y="383"/>
                    <a:pt x="21600" y="983"/>
                  </a:cubicBezTo>
                  <a:cubicBezTo>
                    <a:pt x="21600" y="1583"/>
                    <a:pt x="21275" y="2333"/>
                    <a:pt x="20220" y="4808"/>
                  </a:cubicBezTo>
                  <a:cubicBezTo>
                    <a:pt x="19164" y="7283"/>
                    <a:pt x="17377" y="11483"/>
                    <a:pt x="15875" y="14558"/>
                  </a:cubicBezTo>
                  <a:cubicBezTo>
                    <a:pt x="14373" y="17633"/>
                    <a:pt x="13155" y="19583"/>
                    <a:pt x="11937" y="2153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9" name="直线"/>
            <p:cNvSpPr/>
            <p:nvPr/>
          </p:nvSpPr>
          <p:spPr>
            <a:xfrm>
              <a:off x="9124021" y="3026062"/>
              <a:ext cx="270085" cy="462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4" h="21406" extrusionOk="0">
                  <a:moveTo>
                    <a:pt x="1899" y="0"/>
                  </a:moveTo>
                  <a:cubicBezTo>
                    <a:pt x="1105" y="3245"/>
                    <a:pt x="310" y="6489"/>
                    <a:pt x="72" y="9502"/>
                  </a:cubicBezTo>
                  <a:cubicBezTo>
                    <a:pt x="-166" y="12515"/>
                    <a:pt x="152" y="15296"/>
                    <a:pt x="1581" y="17243"/>
                  </a:cubicBezTo>
                  <a:cubicBezTo>
                    <a:pt x="3010" y="19190"/>
                    <a:pt x="5552" y="20302"/>
                    <a:pt x="8808" y="20905"/>
                  </a:cubicBezTo>
                  <a:cubicBezTo>
                    <a:pt x="12063" y="21507"/>
                    <a:pt x="16034" y="21600"/>
                    <a:pt x="18258" y="20997"/>
                  </a:cubicBezTo>
                  <a:cubicBezTo>
                    <a:pt x="20481" y="20395"/>
                    <a:pt x="20958" y="19097"/>
                    <a:pt x="21434" y="1779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0" name="直线"/>
            <p:cNvSpPr/>
            <p:nvPr/>
          </p:nvSpPr>
          <p:spPr>
            <a:xfrm>
              <a:off x="8949809" y="3176162"/>
              <a:ext cx="390261" cy="3842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942" y="3375"/>
                    <a:pt x="16283" y="6750"/>
                    <a:pt x="13846" y="9787"/>
                  </a:cubicBezTo>
                  <a:cubicBezTo>
                    <a:pt x="11409" y="12825"/>
                    <a:pt x="9194" y="15525"/>
                    <a:pt x="6923" y="17437"/>
                  </a:cubicBezTo>
                  <a:cubicBezTo>
                    <a:pt x="4652" y="19350"/>
                    <a:pt x="2326" y="2047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1" name="直线"/>
            <p:cNvSpPr/>
            <p:nvPr/>
          </p:nvSpPr>
          <p:spPr>
            <a:xfrm>
              <a:off x="8781697" y="3042141"/>
              <a:ext cx="887976" cy="242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6" h="21417" extrusionOk="0">
                  <a:moveTo>
                    <a:pt x="0" y="21417"/>
                  </a:moveTo>
                  <a:cubicBezTo>
                    <a:pt x="1165" y="20001"/>
                    <a:pt x="2330" y="18584"/>
                    <a:pt x="3713" y="16902"/>
                  </a:cubicBezTo>
                  <a:cubicBezTo>
                    <a:pt x="5097" y="15220"/>
                    <a:pt x="6698" y="13273"/>
                    <a:pt x="8324" y="11237"/>
                  </a:cubicBezTo>
                  <a:cubicBezTo>
                    <a:pt x="9951" y="9201"/>
                    <a:pt x="11601" y="7076"/>
                    <a:pt x="13324" y="5217"/>
                  </a:cubicBezTo>
                  <a:cubicBezTo>
                    <a:pt x="15047" y="3358"/>
                    <a:pt x="16843" y="1765"/>
                    <a:pt x="18202" y="879"/>
                  </a:cubicBezTo>
                  <a:cubicBezTo>
                    <a:pt x="19561" y="-6"/>
                    <a:pt x="20484" y="-183"/>
                    <a:pt x="20993" y="171"/>
                  </a:cubicBezTo>
                  <a:cubicBezTo>
                    <a:pt x="21503" y="525"/>
                    <a:pt x="21600" y="1410"/>
                    <a:pt x="21503" y="2561"/>
                  </a:cubicBezTo>
                  <a:cubicBezTo>
                    <a:pt x="21406" y="3712"/>
                    <a:pt x="21115" y="5128"/>
                    <a:pt x="20823" y="654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2" name="直线"/>
            <p:cNvSpPr/>
            <p:nvPr/>
          </p:nvSpPr>
          <p:spPr>
            <a:xfrm>
              <a:off x="8223325" y="3687306"/>
              <a:ext cx="1544074" cy="3594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7" h="21552" extrusionOk="0">
                  <a:moveTo>
                    <a:pt x="0" y="21552"/>
                  </a:moveTo>
                  <a:cubicBezTo>
                    <a:pt x="1091" y="21072"/>
                    <a:pt x="2182" y="20592"/>
                    <a:pt x="3190" y="19752"/>
                  </a:cubicBezTo>
                  <a:cubicBezTo>
                    <a:pt x="4197" y="18912"/>
                    <a:pt x="5120" y="17712"/>
                    <a:pt x="6085" y="16572"/>
                  </a:cubicBezTo>
                  <a:cubicBezTo>
                    <a:pt x="7051" y="15432"/>
                    <a:pt x="8058" y="14352"/>
                    <a:pt x="9135" y="13212"/>
                  </a:cubicBezTo>
                  <a:cubicBezTo>
                    <a:pt x="10212" y="12072"/>
                    <a:pt x="11360" y="10872"/>
                    <a:pt x="12437" y="9672"/>
                  </a:cubicBezTo>
                  <a:cubicBezTo>
                    <a:pt x="13514" y="8472"/>
                    <a:pt x="14521" y="7272"/>
                    <a:pt x="15584" y="6012"/>
                  </a:cubicBezTo>
                  <a:cubicBezTo>
                    <a:pt x="16648" y="4752"/>
                    <a:pt x="17767" y="3432"/>
                    <a:pt x="18704" y="2412"/>
                  </a:cubicBezTo>
                  <a:cubicBezTo>
                    <a:pt x="19641" y="1392"/>
                    <a:pt x="20397" y="672"/>
                    <a:pt x="20887" y="312"/>
                  </a:cubicBezTo>
                  <a:cubicBezTo>
                    <a:pt x="21376" y="-48"/>
                    <a:pt x="21600" y="-48"/>
                    <a:pt x="21586" y="72"/>
                  </a:cubicBezTo>
                  <a:cubicBezTo>
                    <a:pt x="21572" y="192"/>
                    <a:pt x="21320" y="432"/>
                    <a:pt x="21068" y="67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3" name="直线"/>
            <p:cNvSpPr/>
            <p:nvPr/>
          </p:nvSpPr>
          <p:spPr>
            <a:xfrm>
              <a:off x="9160292" y="3574839"/>
              <a:ext cx="113734" cy="91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1543" extrusionOk="0">
                  <a:moveTo>
                    <a:pt x="1054" y="796"/>
                  </a:moveTo>
                  <a:cubicBezTo>
                    <a:pt x="309" y="511"/>
                    <a:pt x="-436" y="227"/>
                    <a:pt x="309" y="85"/>
                  </a:cubicBezTo>
                  <a:cubicBezTo>
                    <a:pt x="1054" y="-57"/>
                    <a:pt x="3288" y="-57"/>
                    <a:pt x="6081" y="369"/>
                  </a:cubicBezTo>
                  <a:cubicBezTo>
                    <a:pt x="8874" y="796"/>
                    <a:pt x="12226" y="1648"/>
                    <a:pt x="14833" y="2927"/>
                  </a:cubicBezTo>
                  <a:cubicBezTo>
                    <a:pt x="17440" y="4206"/>
                    <a:pt x="19302" y="5911"/>
                    <a:pt x="20233" y="7617"/>
                  </a:cubicBezTo>
                  <a:cubicBezTo>
                    <a:pt x="21164" y="9322"/>
                    <a:pt x="21164" y="11027"/>
                    <a:pt x="21164" y="12851"/>
                  </a:cubicBezTo>
                  <a:cubicBezTo>
                    <a:pt x="21164" y="14675"/>
                    <a:pt x="21164" y="16617"/>
                    <a:pt x="20047" y="18085"/>
                  </a:cubicBezTo>
                  <a:cubicBezTo>
                    <a:pt x="18930" y="19554"/>
                    <a:pt x="16695" y="20548"/>
                    <a:pt x="14461" y="2154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4" name="直线"/>
            <p:cNvSpPr/>
            <p:nvPr/>
          </p:nvSpPr>
          <p:spPr>
            <a:xfrm>
              <a:off x="8805713" y="3966401"/>
              <a:ext cx="468852" cy="398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3" h="21508" extrusionOk="0">
                  <a:moveTo>
                    <a:pt x="20957" y="3364"/>
                  </a:moveTo>
                  <a:cubicBezTo>
                    <a:pt x="21049" y="2716"/>
                    <a:pt x="21140" y="2068"/>
                    <a:pt x="21278" y="1420"/>
                  </a:cubicBezTo>
                  <a:cubicBezTo>
                    <a:pt x="21416" y="772"/>
                    <a:pt x="21600" y="124"/>
                    <a:pt x="21508" y="16"/>
                  </a:cubicBezTo>
                  <a:cubicBezTo>
                    <a:pt x="21416" y="-92"/>
                    <a:pt x="21048" y="340"/>
                    <a:pt x="19762" y="2068"/>
                  </a:cubicBezTo>
                  <a:cubicBezTo>
                    <a:pt x="18475" y="3796"/>
                    <a:pt x="16269" y="6820"/>
                    <a:pt x="13925" y="9574"/>
                  </a:cubicBezTo>
                  <a:cubicBezTo>
                    <a:pt x="11581" y="12328"/>
                    <a:pt x="9100" y="14812"/>
                    <a:pt x="6756" y="16756"/>
                  </a:cubicBezTo>
                  <a:cubicBezTo>
                    <a:pt x="4412" y="18700"/>
                    <a:pt x="2206" y="20104"/>
                    <a:pt x="0" y="2150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5" name="直线"/>
            <p:cNvSpPr/>
            <p:nvPr/>
          </p:nvSpPr>
          <p:spPr>
            <a:xfrm>
              <a:off x="9436133" y="4142806"/>
              <a:ext cx="738493" cy="150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341" y="1728"/>
                    <a:pt x="4683" y="3456"/>
                    <a:pt x="6907" y="5328"/>
                  </a:cubicBezTo>
                  <a:cubicBezTo>
                    <a:pt x="9132" y="7200"/>
                    <a:pt x="11239" y="9216"/>
                    <a:pt x="13259" y="11088"/>
                  </a:cubicBezTo>
                  <a:cubicBezTo>
                    <a:pt x="15278" y="12960"/>
                    <a:pt x="17210" y="14688"/>
                    <a:pt x="18585" y="16416"/>
                  </a:cubicBezTo>
                  <a:cubicBezTo>
                    <a:pt x="19961" y="18144"/>
                    <a:pt x="20780" y="19872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6" name="直线"/>
            <p:cNvSpPr/>
            <p:nvPr/>
          </p:nvSpPr>
          <p:spPr>
            <a:xfrm>
              <a:off x="-1635679" y="5817535"/>
              <a:ext cx="361027" cy="1106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6" h="21529" extrusionOk="0">
                  <a:moveTo>
                    <a:pt x="21466" y="417"/>
                  </a:moveTo>
                  <a:cubicBezTo>
                    <a:pt x="21466" y="217"/>
                    <a:pt x="21466" y="17"/>
                    <a:pt x="21364" y="1"/>
                  </a:cubicBezTo>
                  <a:cubicBezTo>
                    <a:pt x="21262" y="-16"/>
                    <a:pt x="21058" y="151"/>
                    <a:pt x="20243" y="734"/>
                  </a:cubicBezTo>
                  <a:cubicBezTo>
                    <a:pt x="19428" y="1317"/>
                    <a:pt x="18002" y="2317"/>
                    <a:pt x="16575" y="3367"/>
                  </a:cubicBezTo>
                  <a:cubicBezTo>
                    <a:pt x="15149" y="4417"/>
                    <a:pt x="13723" y="5517"/>
                    <a:pt x="12500" y="6551"/>
                  </a:cubicBezTo>
                  <a:cubicBezTo>
                    <a:pt x="11277" y="7584"/>
                    <a:pt x="10258" y="8551"/>
                    <a:pt x="9189" y="9717"/>
                  </a:cubicBezTo>
                  <a:cubicBezTo>
                    <a:pt x="8119" y="10884"/>
                    <a:pt x="6998" y="12251"/>
                    <a:pt x="5928" y="13601"/>
                  </a:cubicBezTo>
                  <a:cubicBezTo>
                    <a:pt x="4858" y="14951"/>
                    <a:pt x="3840" y="16284"/>
                    <a:pt x="2872" y="17467"/>
                  </a:cubicBezTo>
                  <a:cubicBezTo>
                    <a:pt x="1904" y="18651"/>
                    <a:pt x="987" y="19684"/>
                    <a:pt x="477" y="20384"/>
                  </a:cubicBezTo>
                  <a:cubicBezTo>
                    <a:pt x="-32" y="21084"/>
                    <a:pt x="-134" y="21451"/>
                    <a:pt x="172" y="21517"/>
                  </a:cubicBezTo>
                  <a:cubicBezTo>
                    <a:pt x="477" y="21584"/>
                    <a:pt x="1191" y="21351"/>
                    <a:pt x="1904" y="2111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7" name="直线"/>
            <p:cNvSpPr/>
            <p:nvPr/>
          </p:nvSpPr>
          <p:spPr>
            <a:xfrm>
              <a:off x="-1264371" y="5921262"/>
              <a:ext cx="97674" cy="735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895" y="1208"/>
                    <a:pt x="3789" y="2417"/>
                    <a:pt x="5116" y="3902"/>
                  </a:cubicBezTo>
                  <a:cubicBezTo>
                    <a:pt x="6442" y="5387"/>
                    <a:pt x="7200" y="7150"/>
                    <a:pt x="7768" y="9013"/>
                  </a:cubicBezTo>
                  <a:cubicBezTo>
                    <a:pt x="8337" y="10876"/>
                    <a:pt x="8716" y="12839"/>
                    <a:pt x="9663" y="14702"/>
                  </a:cubicBezTo>
                  <a:cubicBezTo>
                    <a:pt x="10611" y="16565"/>
                    <a:pt x="12126" y="18327"/>
                    <a:pt x="14211" y="19460"/>
                  </a:cubicBezTo>
                  <a:cubicBezTo>
                    <a:pt x="16295" y="20593"/>
                    <a:pt x="18947" y="21097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8" name="直线"/>
            <p:cNvSpPr/>
            <p:nvPr/>
          </p:nvSpPr>
          <p:spPr>
            <a:xfrm>
              <a:off x="-1210622" y="5807251"/>
              <a:ext cx="306100" cy="8528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500" extrusionOk="0">
                  <a:moveTo>
                    <a:pt x="21556" y="412"/>
                  </a:moveTo>
                  <a:cubicBezTo>
                    <a:pt x="21194" y="196"/>
                    <a:pt x="20832" y="-20"/>
                    <a:pt x="20470" y="2"/>
                  </a:cubicBezTo>
                  <a:cubicBezTo>
                    <a:pt x="20108" y="23"/>
                    <a:pt x="19746" y="282"/>
                    <a:pt x="18962" y="1168"/>
                  </a:cubicBezTo>
                  <a:cubicBezTo>
                    <a:pt x="18177" y="2054"/>
                    <a:pt x="16971" y="3566"/>
                    <a:pt x="15703" y="5207"/>
                  </a:cubicBezTo>
                  <a:cubicBezTo>
                    <a:pt x="14436" y="6849"/>
                    <a:pt x="13109" y="8620"/>
                    <a:pt x="11601" y="10413"/>
                  </a:cubicBezTo>
                  <a:cubicBezTo>
                    <a:pt x="10092" y="12206"/>
                    <a:pt x="8403" y="14020"/>
                    <a:pt x="6714" y="15662"/>
                  </a:cubicBezTo>
                  <a:cubicBezTo>
                    <a:pt x="5024" y="17303"/>
                    <a:pt x="3335" y="18772"/>
                    <a:pt x="2309" y="19658"/>
                  </a:cubicBezTo>
                  <a:cubicBezTo>
                    <a:pt x="1283" y="20543"/>
                    <a:pt x="921" y="20846"/>
                    <a:pt x="620" y="21105"/>
                  </a:cubicBezTo>
                  <a:cubicBezTo>
                    <a:pt x="318" y="21364"/>
                    <a:pt x="77" y="21580"/>
                    <a:pt x="16" y="21472"/>
                  </a:cubicBezTo>
                  <a:cubicBezTo>
                    <a:pt x="-44" y="21364"/>
                    <a:pt x="77" y="20932"/>
                    <a:pt x="197" y="205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9" name="直线"/>
            <p:cNvSpPr/>
            <p:nvPr/>
          </p:nvSpPr>
          <p:spPr>
            <a:xfrm>
              <a:off x="-936357" y="5731996"/>
              <a:ext cx="216900" cy="11043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8" h="21548" extrusionOk="0">
                  <a:moveTo>
                    <a:pt x="608" y="282"/>
                  </a:moveTo>
                  <a:cubicBezTo>
                    <a:pt x="268" y="115"/>
                    <a:pt x="-72" y="-52"/>
                    <a:pt x="13" y="15"/>
                  </a:cubicBezTo>
                  <a:cubicBezTo>
                    <a:pt x="98" y="82"/>
                    <a:pt x="608" y="383"/>
                    <a:pt x="1884" y="1152"/>
                  </a:cubicBezTo>
                  <a:cubicBezTo>
                    <a:pt x="3160" y="1921"/>
                    <a:pt x="5200" y="3158"/>
                    <a:pt x="6816" y="4378"/>
                  </a:cubicBezTo>
                  <a:cubicBezTo>
                    <a:pt x="8432" y="5599"/>
                    <a:pt x="9622" y="6802"/>
                    <a:pt x="10643" y="7923"/>
                  </a:cubicBezTo>
                  <a:cubicBezTo>
                    <a:pt x="11663" y="9043"/>
                    <a:pt x="12514" y="10079"/>
                    <a:pt x="13449" y="11300"/>
                  </a:cubicBezTo>
                  <a:cubicBezTo>
                    <a:pt x="14385" y="12520"/>
                    <a:pt x="15405" y="13924"/>
                    <a:pt x="16426" y="15228"/>
                  </a:cubicBezTo>
                  <a:cubicBezTo>
                    <a:pt x="17446" y="16533"/>
                    <a:pt x="18467" y="17736"/>
                    <a:pt x="19317" y="18773"/>
                  </a:cubicBezTo>
                  <a:cubicBezTo>
                    <a:pt x="20167" y="19809"/>
                    <a:pt x="20848" y="20679"/>
                    <a:pt x="21528" y="2154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0" name="直线"/>
            <p:cNvSpPr/>
            <p:nvPr/>
          </p:nvSpPr>
          <p:spPr>
            <a:xfrm>
              <a:off x="-426438" y="6337658"/>
              <a:ext cx="222764" cy="345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66" extrusionOk="0">
                  <a:moveTo>
                    <a:pt x="4985" y="2202"/>
                  </a:moveTo>
                  <a:cubicBezTo>
                    <a:pt x="3822" y="4823"/>
                    <a:pt x="2658" y="7445"/>
                    <a:pt x="2326" y="10433"/>
                  </a:cubicBezTo>
                  <a:cubicBezTo>
                    <a:pt x="1994" y="13421"/>
                    <a:pt x="2492" y="16777"/>
                    <a:pt x="4237" y="18821"/>
                  </a:cubicBezTo>
                  <a:cubicBezTo>
                    <a:pt x="5982" y="20866"/>
                    <a:pt x="8972" y="21600"/>
                    <a:pt x="11797" y="20918"/>
                  </a:cubicBezTo>
                  <a:cubicBezTo>
                    <a:pt x="14622" y="20237"/>
                    <a:pt x="17280" y="18140"/>
                    <a:pt x="19025" y="15623"/>
                  </a:cubicBezTo>
                  <a:cubicBezTo>
                    <a:pt x="20769" y="13107"/>
                    <a:pt x="21600" y="10171"/>
                    <a:pt x="21600" y="7707"/>
                  </a:cubicBezTo>
                  <a:cubicBezTo>
                    <a:pt x="21600" y="5243"/>
                    <a:pt x="20769" y="3251"/>
                    <a:pt x="18609" y="1940"/>
                  </a:cubicBezTo>
                  <a:cubicBezTo>
                    <a:pt x="16449" y="629"/>
                    <a:pt x="12960" y="0"/>
                    <a:pt x="9637" y="0"/>
                  </a:cubicBezTo>
                  <a:cubicBezTo>
                    <a:pt x="6314" y="0"/>
                    <a:pt x="3157" y="629"/>
                    <a:pt x="0" y="125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1" name="直线"/>
            <p:cNvSpPr/>
            <p:nvPr/>
          </p:nvSpPr>
          <p:spPr>
            <a:xfrm>
              <a:off x="134936" y="5778504"/>
              <a:ext cx="303819" cy="919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9" h="21532" extrusionOk="0">
                  <a:moveTo>
                    <a:pt x="6730" y="574"/>
                  </a:moveTo>
                  <a:cubicBezTo>
                    <a:pt x="6253" y="253"/>
                    <a:pt x="5776" y="-68"/>
                    <a:pt x="5477" y="12"/>
                  </a:cubicBezTo>
                  <a:cubicBezTo>
                    <a:pt x="5179" y="93"/>
                    <a:pt x="5060" y="574"/>
                    <a:pt x="4940" y="1478"/>
                  </a:cubicBezTo>
                  <a:cubicBezTo>
                    <a:pt x="4821" y="2381"/>
                    <a:pt x="4701" y="3706"/>
                    <a:pt x="4522" y="5071"/>
                  </a:cubicBezTo>
                  <a:cubicBezTo>
                    <a:pt x="4343" y="6436"/>
                    <a:pt x="4105" y="7841"/>
                    <a:pt x="3926" y="9287"/>
                  </a:cubicBezTo>
                  <a:cubicBezTo>
                    <a:pt x="3747" y="10732"/>
                    <a:pt x="3627" y="12218"/>
                    <a:pt x="3627" y="13703"/>
                  </a:cubicBezTo>
                  <a:cubicBezTo>
                    <a:pt x="3627" y="15189"/>
                    <a:pt x="3747" y="16674"/>
                    <a:pt x="3926" y="17658"/>
                  </a:cubicBezTo>
                  <a:cubicBezTo>
                    <a:pt x="4105" y="18641"/>
                    <a:pt x="4343" y="19123"/>
                    <a:pt x="4582" y="19464"/>
                  </a:cubicBezTo>
                  <a:cubicBezTo>
                    <a:pt x="4821" y="19806"/>
                    <a:pt x="5059" y="20006"/>
                    <a:pt x="5238" y="19986"/>
                  </a:cubicBezTo>
                  <a:cubicBezTo>
                    <a:pt x="5418" y="19966"/>
                    <a:pt x="5537" y="19725"/>
                    <a:pt x="4880" y="18942"/>
                  </a:cubicBezTo>
                  <a:cubicBezTo>
                    <a:pt x="4224" y="18160"/>
                    <a:pt x="2792" y="16835"/>
                    <a:pt x="1837" y="15891"/>
                  </a:cubicBezTo>
                  <a:cubicBezTo>
                    <a:pt x="883" y="14948"/>
                    <a:pt x="405" y="14386"/>
                    <a:pt x="167" y="14004"/>
                  </a:cubicBezTo>
                  <a:cubicBezTo>
                    <a:pt x="-72" y="13623"/>
                    <a:pt x="-72" y="13422"/>
                    <a:pt x="286" y="13261"/>
                  </a:cubicBezTo>
                  <a:cubicBezTo>
                    <a:pt x="644" y="13101"/>
                    <a:pt x="1360" y="12980"/>
                    <a:pt x="3508" y="12800"/>
                  </a:cubicBezTo>
                  <a:cubicBezTo>
                    <a:pt x="5656" y="12619"/>
                    <a:pt x="9236" y="12378"/>
                    <a:pt x="12279" y="12278"/>
                  </a:cubicBezTo>
                  <a:cubicBezTo>
                    <a:pt x="15322" y="12177"/>
                    <a:pt x="17829" y="12218"/>
                    <a:pt x="19380" y="12619"/>
                  </a:cubicBezTo>
                  <a:cubicBezTo>
                    <a:pt x="20931" y="13020"/>
                    <a:pt x="21528" y="13783"/>
                    <a:pt x="20931" y="14767"/>
                  </a:cubicBezTo>
                  <a:cubicBezTo>
                    <a:pt x="20335" y="15751"/>
                    <a:pt x="18545" y="16955"/>
                    <a:pt x="16456" y="18039"/>
                  </a:cubicBezTo>
                  <a:cubicBezTo>
                    <a:pt x="14368" y="19123"/>
                    <a:pt x="11981" y="20087"/>
                    <a:pt x="9893" y="20649"/>
                  </a:cubicBezTo>
                  <a:cubicBezTo>
                    <a:pt x="7804" y="21211"/>
                    <a:pt x="6014" y="21371"/>
                    <a:pt x="4224" y="2153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2" name="直线"/>
            <p:cNvSpPr/>
            <p:nvPr/>
          </p:nvSpPr>
          <p:spPr>
            <a:xfrm>
              <a:off x="778840" y="6116609"/>
              <a:ext cx="23349" cy="4112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1" h="21600" extrusionOk="0">
                  <a:moveTo>
                    <a:pt x="21021" y="0"/>
                  </a:moveTo>
                  <a:cubicBezTo>
                    <a:pt x="14850" y="990"/>
                    <a:pt x="8678" y="1980"/>
                    <a:pt x="4821" y="4140"/>
                  </a:cubicBezTo>
                  <a:cubicBezTo>
                    <a:pt x="964" y="6300"/>
                    <a:pt x="-579" y="9630"/>
                    <a:pt x="192" y="12735"/>
                  </a:cubicBezTo>
                  <a:cubicBezTo>
                    <a:pt x="964" y="15840"/>
                    <a:pt x="4050" y="18720"/>
                    <a:pt x="7135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3" name="直线"/>
            <p:cNvSpPr/>
            <p:nvPr/>
          </p:nvSpPr>
          <p:spPr>
            <a:xfrm>
              <a:off x="728238" y="5931544"/>
              <a:ext cx="58529" cy="35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9" h="21600" extrusionOk="0">
                  <a:moveTo>
                    <a:pt x="4416" y="21600"/>
                  </a:moveTo>
                  <a:cubicBezTo>
                    <a:pt x="1948" y="17486"/>
                    <a:pt x="-521" y="13372"/>
                    <a:pt x="96" y="9772"/>
                  </a:cubicBezTo>
                  <a:cubicBezTo>
                    <a:pt x="713" y="6172"/>
                    <a:pt x="4416" y="3086"/>
                    <a:pt x="8428" y="1543"/>
                  </a:cubicBezTo>
                  <a:cubicBezTo>
                    <a:pt x="12439" y="0"/>
                    <a:pt x="16759" y="0"/>
                    <a:pt x="21079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4" name="直线"/>
            <p:cNvSpPr/>
            <p:nvPr/>
          </p:nvSpPr>
          <p:spPr>
            <a:xfrm>
              <a:off x="1182599" y="5880137"/>
              <a:ext cx="12706" cy="6220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8" h="21600" extrusionOk="0">
                  <a:moveTo>
                    <a:pt x="0" y="0"/>
                  </a:moveTo>
                  <a:cubicBezTo>
                    <a:pt x="8100" y="1369"/>
                    <a:pt x="16200" y="2737"/>
                    <a:pt x="18900" y="4493"/>
                  </a:cubicBezTo>
                  <a:cubicBezTo>
                    <a:pt x="21600" y="6248"/>
                    <a:pt x="18900" y="8390"/>
                    <a:pt x="16200" y="10681"/>
                  </a:cubicBezTo>
                  <a:cubicBezTo>
                    <a:pt x="13500" y="12972"/>
                    <a:pt x="10800" y="15412"/>
                    <a:pt x="9450" y="17256"/>
                  </a:cubicBezTo>
                  <a:cubicBezTo>
                    <a:pt x="8100" y="19101"/>
                    <a:pt x="8100" y="20350"/>
                    <a:pt x="81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5" name="直线"/>
            <p:cNvSpPr/>
            <p:nvPr/>
          </p:nvSpPr>
          <p:spPr>
            <a:xfrm>
              <a:off x="1495903" y="6136540"/>
              <a:ext cx="288158" cy="346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2" h="21223" extrusionOk="0">
                  <a:moveTo>
                    <a:pt x="1916" y="12621"/>
                  </a:moveTo>
                  <a:cubicBezTo>
                    <a:pt x="1537" y="13041"/>
                    <a:pt x="1158" y="13460"/>
                    <a:pt x="968" y="13932"/>
                  </a:cubicBezTo>
                  <a:cubicBezTo>
                    <a:pt x="779" y="14404"/>
                    <a:pt x="779" y="14928"/>
                    <a:pt x="1095" y="15295"/>
                  </a:cubicBezTo>
                  <a:cubicBezTo>
                    <a:pt x="1410" y="15662"/>
                    <a:pt x="2042" y="15872"/>
                    <a:pt x="3368" y="15557"/>
                  </a:cubicBezTo>
                  <a:cubicBezTo>
                    <a:pt x="4695" y="15242"/>
                    <a:pt x="6716" y="14404"/>
                    <a:pt x="8989" y="12307"/>
                  </a:cubicBezTo>
                  <a:cubicBezTo>
                    <a:pt x="11263" y="10209"/>
                    <a:pt x="13789" y="6854"/>
                    <a:pt x="15116" y="4652"/>
                  </a:cubicBezTo>
                  <a:cubicBezTo>
                    <a:pt x="16442" y="2450"/>
                    <a:pt x="16568" y="1402"/>
                    <a:pt x="15874" y="720"/>
                  </a:cubicBezTo>
                  <a:cubicBezTo>
                    <a:pt x="15179" y="39"/>
                    <a:pt x="13663" y="-276"/>
                    <a:pt x="11579" y="301"/>
                  </a:cubicBezTo>
                  <a:cubicBezTo>
                    <a:pt x="9495" y="877"/>
                    <a:pt x="6842" y="2345"/>
                    <a:pt x="4631" y="4757"/>
                  </a:cubicBezTo>
                  <a:cubicBezTo>
                    <a:pt x="2421" y="7169"/>
                    <a:pt x="653" y="10524"/>
                    <a:pt x="147" y="13408"/>
                  </a:cubicBezTo>
                  <a:cubicBezTo>
                    <a:pt x="-358" y="16291"/>
                    <a:pt x="400" y="18703"/>
                    <a:pt x="3053" y="19961"/>
                  </a:cubicBezTo>
                  <a:cubicBezTo>
                    <a:pt x="5705" y="21219"/>
                    <a:pt x="10253" y="21324"/>
                    <a:pt x="13600" y="21167"/>
                  </a:cubicBezTo>
                  <a:cubicBezTo>
                    <a:pt x="16947" y="21009"/>
                    <a:pt x="19095" y="20590"/>
                    <a:pt x="21242" y="2017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6" name="直线"/>
            <p:cNvSpPr/>
            <p:nvPr/>
          </p:nvSpPr>
          <p:spPr>
            <a:xfrm>
              <a:off x="2572172" y="5531856"/>
              <a:ext cx="679629" cy="11930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5" h="21577" extrusionOk="0">
                  <a:moveTo>
                    <a:pt x="18999" y="1000"/>
                  </a:moveTo>
                  <a:cubicBezTo>
                    <a:pt x="19705" y="783"/>
                    <a:pt x="20410" y="566"/>
                    <a:pt x="20872" y="395"/>
                  </a:cubicBezTo>
                  <a:cubicBezTo>
                    <a:pt x="21333" y="225"/>
                    <a:pt x="21550" y="101"/>
                    <a:pt x="21523" y="39"/>
                  </a:cubicBezTo>
                  <a:cubicBezTo>
                    <a:pt x="21496" y="-23"/>
                    <a:pt x="21224" y="-23"/>
                    <a:pt x="20166" y="132"/>
                  </a:cubicBezTo>
                  <a:cubicBezTo>
                    <a:pt x="19108" y="287"/>
                    <a:pt x="17263" y="597"/>
                    <a:pt x="15472" y="1000"/>
                  </a:cubicBezTo>
                  <a:cubicBezTo>
                    <a:pt x="13681" y="1403"/>
                    <a:pt x="11944" y="1898"/>
                    <a:pt x="10316" y="2425"/>
                  </a:cubicBezTo>
                  <a:cubicBezTo>
                    <a:pt x="8688" y="2952"/>
                    <a:pt x="7168" y="3510"/>
                    <a:pt x="5676" y="4223"/>
                  </a:cubicBezTo>
                  <a:cubicBezTo>
                    <a:pt x="4183" y="4935"/>
                    <a:pt x="2718" y="5803"/>
                    <a:pt x="1687" y="6702"/>
                  </a:cubicBezTo>
                  <a:cubicBezTo>
                    <a:pt x="656" y="7601"/>
                    <a:pt x="59" y="8530"/>
                    <a:pt x="4" y="9367"/>
                  </a:cubicBezTo>
                  <a:cubicBezTo>
                    <a:pt x="-50" y="10204"/>
                    <a:pt x="438" y="10947"/>
                    <a:pt x="1578" y="11521"/>
                  </a:cubicBezTo>
                  <a:cubicBezTo>
                    <a:pt x="2718" y="12094"/>
                    <a:pt x="4509" y="12497"/>
                    <a:pt x="6354" y="12853"/>
                  </a:cubicBezTo>
                  <a:cubicBezTo>
                    <a:pt x="8199" y="13210"/>
                    <a:pt x="10099" y="13520"/>
                    <a:pt x="11727" y="13876"/>
                  </a:cubicBezTo>
                  <a:cubicBezTo>
                    <a:pt x="13355" y="14232"/>
                    <a:pt x="14712" y="14635"/>
                    <a:pt x="15173" y="15162"/>
                  </a:cubicBezTo>
                  <a:cubicBezTo>
                    <a:pt x="15634" y="15689"/>
                    <a:pt x="15200" y="16340"/>
                    <a:pt x="14386" y="17068"/>
                  </a:cubicBezTo>
                  <a:cubicBezTo>
                    <a:pt x="13572" y="17796"/>
                    <a:pt x="12378" y="18602"/>
                    <a:pt x="11130" y="19346"/>
                  </a:cubicBezTo>
                  <a:cubicBezTo>
                    <a:pt x="9882" y="20089"/>
                    <a:pt x="8579" y="20771"/>
                    <a:pt x="7792" y="21143"/>
                  </a:cubicBezTo>
                  <a:cubicBezTo>
                    <a:pt x="7005" y="21515"/>
                    <a:pt x="6734" y="21577"/>
                    <a:pt x="6544" y="21577"/>
                  </a:cubicBezTo>
                  <a:cubicBezTo>
                    <a:pt x="6354" y="21577"/>
                    <a:pt x="6245" y="21515"/>
                    <a:pt x="6137" y="2145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7" name="直线"/>
            <p:cNvSpPr/>
            <p:nvPr/>
          </p:nvSpPr>
          <p:spPr>
            <a:xfrm>
              <a:off x="3326268" y="6168822"/>
              <a:ext cx="365003" cy="284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1" h="21354" extrusionOk="0">
                  <a:moveTo>
                    <a:pt x="12000" y="1868"/>
                  </a:moveTo>
                  <a:cubicBezTo>
                    <a:pt x="11000" y="5982"/>
                    <a:pt x="10000" y="10096"/>
                    <a:pt x="9300" y="12860"/>
                  </a:cubicBezTo>
                  <a:cubicBezTo>
                    <a:pt x="8600" y="15625"/>
                    <a:pt x="8200" y="17039"/>
                    <a:pt x="7950" y="18260"/>
                  </a:cubicBezTo>
                  <a:cubicBezTo>
                    <a:pt x="7700" y="19482"/>
                    <a:pt x="7600" y="20510"/>
                    <a:pt x="7900" y="21025"/>
                  </a:cubicBezTo>
                  <a:cubicBezTo>
                    <a:pt x="8200" y="21539"/>
                    <a:pt x="8900" y="21539"/>
                    <a:pt x="10600" y="20382"/>
                  </a:cubicBezTo>
                  <a:cubicBezTo>
                    <a:pt x="12300" y="19225"/>
                    <a:pt x="15000" y="16910"/>
                    <a:pt x="17050" y="14403"/>
                  </a:cubicBezTo>
                  <a:cubicBezTo>
                    <a:pt x="19100" y="11896"/>
                    <a:pt x="20500" y="9196"/>
                    <a:pt x="21050" y="7075"/>
                  </a:cubicBezTo>
                  <a:cubicBezTo>
                    <a:pt x="21600" y="4953"/>
                    <a:pt x="21300" y="3410"/>
                    <a:pt x="19600" y="2189"/>
                  </a:cubicBezTo>
                  <a:cubicBezTo>
                    <a:pt x="17900" y="968"/>
                    <a:pt x="14800" y="68"/>
                    <a:pt x="11600" y="3"/>
                  </a:cubicBezTo>
                  <a:cubicBezTo>
                    <a:pt x="8400" y="-61"/>
                    <a:pt x="5100" y="710"/>
                    <a:pt x="3150" y="1418"/>
                  </a:cubicBezTo>
                  <a:cubicBezTo>
                    <a:pt x="1200" y="2125"/>
                    <a:pt x="600" y="2768"/>
                    <a:pt x="0" y="341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8" name="直线"/>
            <p:cNvSpPr/>
            <p:nvPr/>
          </p:nvSpPr>
          <p:spPr>
            <a:xfrm>
              <a:off x="3809494" y="5642652"/>
              <a:ext cx="355164" cy="1145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4" h="21460" extrusionOk="0">
                  <a:moveTo>
                    <a:pt x="21185" y="1752"/>
                  </a:moveTo>
                  <a:cubicBezTo>
                    <a:pt x="21392" y="1271"/>
                    <a:pt x="21600" y="789"/>
                    <a:pt x="21496" y="501"/>
                  </a:cubicBezTo>
                  <a:cubicBezTo>
                    <a:pt x="21392" y="212"/>
                    <a:pt x="20977" y="115"/>
                    <a:pt x="19523" y="51"/>
                  </a:cubicBezTo>
                  <a:cubicBezTo>
                    <a:pt x="18069" y="-13"/>
                    <a:pt x="15577" y="-45"/>
                    <a:pt x="13344" y="132"/>
                  </a:cubicBezTo>
                  <a:cubicBezTo>
                    <a:pt x="11112" y="308"/>
                    <a:pt x="9138" y="693"/>
                    <a:pt x="7840" y="1431"/>
                  </a:cubicBezTo>
                  <a:cubicBezTo>
                    <a:pt x="6542" y="2170"/>
                    <a:pt x="5919" y="3261"/>
                    <a:pt x="5608" y="4496"/>
                  </a:cubicBezTo>
                  <a:cubicBezTo>
                    <a:pt x="5296" y="5732"/>
                    <a:pt x="5296" y="7112"/>
                    <a:pt x="5244" y="8476"/>
                  </a:cubicBezTo>
                  <a:cubicBezTo>
                    <a:pt x="5192" y="9840"/>
                    <a:pt x="5088" y="11188"/>
                    <a:pt x="5037" y="12552"/>
                  </a:cubicBezTo>
                  <a:cubicBezTo>
                    <a:pt x="4985" y="13916"/>
                    <a:pt x="4985" y="15296"/>
                    <a:pt x="4985" y="16564"/>
                  </a:cubicBezTo>
                  <a:cubicBezTo>
                    <a:pt x="4985" y="17832"/>
                    <a:pt x="4985" y="18987"/>
                    <a:pt x="4725" y="19822"/>
                  </a:cubicBezTo>
                  <a:cubicBezTo>
                    <a:pt x="4465" y="20656"/>
                    <a:pt x="3946" y="21170"/>
                    <a:pt x="3115" y="21362"/>
                  </a:cubicBezTo>
                  <a:cubicBezTo>
                    <a:pt x="2285" y="21555"/>
                    <a:pt x="1142" y="21427"/>
                    <a:pt x="0" y="2129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9" name="直线"/>
            <p:cNvSpPr/>
            <p:nvPr/>
          </p:nvSpPr>
          <p:spPr>
            <a:xfrm>
              <a:off x="3686117" y="5971268"/>
              <a:ext cx="524352" cy="78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56" extrusionOk="0">
                  <a:moveTo>
                    <a:pt x="0" y="21056"/>
                  </a:moveTo>
                  <a:cubicBezTo>
                    <a:pt x="2753" y="18299"/>
                    <a:pt x="5506" y="15541"/>
                    <a:pt x="8118" y="12094"/>
                  </a:cubicBezTo>
                  <a:cubicBezTo>
                    <a:pt x="10729" y="8647"/>
                    <a:pt x="13200" y="4511"/>
                    <a:pt x="15282" y="2213"/>
                  </a:cubicBezTo>
                  <a:cubicBezTo>
                    <a:pt x="17365" y="-84"/>
                    <a:pt x="19059" y="-544"/>
                    <a:pt x="20047" y="605"/>
                  </a:cubicBezTo>
                  <a:cubicBezTo>
                    <a:pt x="21035" y="1754"/>
                    <a:pt x="21318" y="4511"/>
                    <a:pt x="21600" y="726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60" name="直线"/>
            <p:cNvSpPr/>
            <p:nvPr/>
          </p:nvSpPr>
          <p:spPr>
            <a:xfrm>
              <a:off x="4492563" y="5828730"/>
              <a:ext cx="180568" cy="480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2" h="21420" extrusionOk="0">
                  <a:moveTo>
                    <a:pt x="7949" y="0"/>
                  </a:moveTo>
                  <a:cubicBezTo>
                    <a:pt x="6536" y="763"/>
                    <a:pt x="5122" y="1527"/>
                    <a:pt x="3810" y="3511"/>
                  </a:cubicBezTo>
                  <a:cubicBezTo>
                    <a:pt x="2498" y="5495"/>
                    <a:pt x="1287" y="8701"/>
                    <a:pt x="580" y="11487"/>
                  </a:cubicBezTo>
                  <a:cubicBezTo>
                    <a:pt x="-126" y="14273"/>
                    <a:pt x="-328" y="16639"/>
                    <a:pt x="782" y="18356"/>
                  </a:cubicBezTo>
                  <a:cubicBezTo>
                    <a:pt x="1893" y="20074"/>
                    <a:pt x="4315" y="21142"/>
                    <a:pt x="7949" y="21371"/>
                  </a:cubicBezTo>
                  <a:cubicBezTo>
                    <a:pt x="11582" y="21600"/>
                    <a:pt x="16427" y="20989"/>
                    <a:pt x="21272" y="2037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61" name="直线"/>
            <p:cNvSpPr/>
            <p:nvPr/>
          </p:nvSpPr>
          <p:spPr>
            <a:xfrm>
              <a:off x="4328704" y="5998373"/>
              <a:ext cx="421537" cy="925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810" y="18400"/>
                    <a:pt x="5619" y="15200"/>
                    <a:pt x="8473" y="12400"/>
                  </a:cubicBezTo>
                  <a:cubicBezTo>
                    <a:pt x="11327" y="9600"/>
                    <a:pt x="14224" y="7200"/>
                    <a:pt x="16420" y="5200"/>
                  </a:cubicBezTo>
                  <a:cubicBezTo>
                    <a:pt x="18615" y="3200"/>
                    <a:pt x="20107" y="1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62" name="直线"/>
            <p:cNvSpPr/>
            <p:nvPr/>
          </p:nvSpPr>
          <p:spPr>
            <a:xfrm>
              <a:off x="5072390" y="5867243"/>
              <a:ext cx="556910" cy="5253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2" extrusionOk="0">
                  <a:moveTo>
                    <a:pt x="266" y="1159"/>
                  </a:moveTo>
                  <a:cubicBezTo>
                    <a:pt x="133" y="598"/>
                    <a:pt x="0" y="37"/>
                    <a:pt x="0" y="2"/>
                  </a:cubicBezTo>
                  <a:cubicBezTo>
                    <a:pt x="0" y="-33"/>
                    <a:pt x="133" y="458"/>
                    <a:pt x="299" y="1931"/>
                  </a:cubicBezTo>
                  <a:cubicBezTo>
                    <a:pt x="465" y="3403"/>
                    <a:pt x="665" y="5858"/>
                    <a:pt x="897" y="8418"/>
                  </a:cubicBezTo>
                  <a:cubicBezTo>
                    <a:pt x="1130" y="10977"/>
                    <a:pt x="1396" y="13642"/>
                    <a:pt x="1662" y="15711"/>
                  </a:cubicBezTo>
                  <a:cubicBezTo>
                    <a:pt x="1927" y="17780"/>
                    <a:pt x="2193" y="19253"/>
                    <a:pt x="2459" y="20129"/>
                  </a:cubicBezTo>
                  <a:cubicBezTo>
                    <a:pt x="2725" y="21006"/>
                    <a:pt x="2991" y="21286"/>
                    <a:pt x="3356" y="21427"/>
                  </a:cubicBezTo>
                  <a:cubicBezTo>
                    <a:pt x="3722" y="21567"/>
                    <a:pt x="4187" y="21567"/>
                    <a:pt x="4719" y="20936"/>
                  </a:cubicBezTo>
                  <a:cubicBezTo>
                    <a:pt x="5250" y="20305"/>
                    <a:pt x="5849" y="19042"/>
                    <a:pt x="6513" y="17114"/>
                  </a:cubicBezTo>
                  <a:cubicBezTo>
                    <a:pt x="7178" y="15185"/>
                    <a:pt x="7909" y="12590"/>
                    <a:pt x="8607" y="10557"/>
                  </a:cubicBezTo>
                  <a:cubicBezTo>
                    <a:pt x="9305" y="8523"/>
                    <a:pt x="9969" y="7050"/>
                    <a:pt x="10434" y="6103"/>
                  </a:cubicBezTo>
                  <a:cubicBezTo>
                    <a:pt x="10900" y="5157"/>
                    <a:pt x="11166" y="4736"/>
                    <a:pt x="11298" y="4876"/>
                  </a:cubicBezTo>
                  <a:cubicBezTo>
                    <a:pt x="11431" y="5016"/>
                    <a:pt x="11431" y="5718"/>
                    <a:pt x="11398" y="7260"/>
                  </a:cubicBezTo>
                  <a:cubicBezTo>
                    <a:pt x="11365" y="8803"/>
                    <a:pt x="11298" y="11188"/>
                    <a:pt x="11598" y="12906"/>
                  </a:cubicBezTo>
                  <a:cubicBezTo>
                    <a:pt x="11897" y="14624"/>
                    <a:pt x="12561" y="15676"/>
                    <a:pt x="13458" y="15922"/>
                  </a:cubicBezTo>
                  <a:cubicBezTo>
                    <a:pt x="14356" y="16167"/>
                    <a:pt x="15486" y="15606"/>
                    <a:pt x="16615" y="14344"/>
                  </a:cubicBezTo>
                  <a:cubicBezTo>
                    <a:pt x="17745" y="13081"/>
                    <a:pt x="18875" y="11118"/>
                    <a:pt x="19540" y="9224"/>
                  </a:cubicBezTo>
                  <a:cubicBezTo>
                    <a:pt x="20204" y="7331"/>
                    <a:pt x="20404" y="5507"/>
                    <a:pt x="20670" y="4105"/>
                  </a:cubicBezTo>
                  <a:cubicBezTo>
                    <a:pt x="20935" y="2702"/>
                    <a:pt x="21268" y="1720"/>
                    <a:pt x="21600" y="73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63" name="直线"/>
            <p:cNvSpPr/>
            <p:nvPr/>
          </p:nvSpPr>
          <p:spPr>
            <a:xfrm>
              <a:off x="5773533" y="5994610"/>
              <a:ext cx="374977" cy="2599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0738" extrusionOk="0">
                  <a:moveTo>
                    <a:pt x="12005" y="4402"/>
                  </a:moveTo>
                  <a:cubicBezTo>
                    <a:pt x="10832" y="2625"/>
                    <a:pt x="9660" y="847"/>
                    <a:pt x="8340" y="232"/>
                  </a:cubicBezTo>
                  <a:cubicBezTo>
                    <a:pt x="7021" y="-383"/>
                    <a:pt x="5555" y="164"/>
                    <a:pt x="4088" y="2625"/>
                  </a:cubicBezTo>
                  <a:cubicBezTo>
                    <a:pt x="2622" y="5085"/>
                    <a:pt x="1156" y="9460"/>
                    <a:pt x="472" y="12741"/>
                  </a:cubicBezTo>
                  <a:cubicBezTo>
                    <a:pt x="-212" y="16022"/>
                    <a:pt x="-114" y="18209"/>
                    <a:pt x="521" y="19508"/>
                  </a:cubicBezTo>
                  <a:cubicBezTo>
                    <a:pt x="1156" y="20807"/>
                    <a:pt x="2329" y="21217"/>
                    <a:pt x="3991" y="20055"/>
                  </a:cubicBezTo>
                  <a:cubicBezTo>
                    <a:pt x="5652" y="18893"/>
                    <a:pt x="7802" y="16159"/>
                    <a:pt x="9317" y="13083"/>
                  </a:cubicBezTo>
                  <a:cubicBezTo>
                    <a:pt x="10832" y="10007"/>
                    <a:pt x="11712" y="6589"/>
                    <a:pt x="12103" y="4539"/>
                  </a:cubicBezTo>
                  <a:cubicBezTo>
                    <a:pt x="12494" y="2488"/>
                    <a:pt x="12396" y="1804"/>
                    <a:pt x="12201" y="1873"/>
                  </a:cubicBezTo>
                  <a:cubicBezTo>
                    <a:pt x="12005" y="1941"/>
                    <a:pt x="11712" y="2761"/>
                    <a:pt x="11468" y="4949"/>
                  </a:cubicBezTo>
                  <a:cubicBezTo>
                    <a:pt x="11223" y="7136"/>
                    <a:pt x="11028" y="10690"/>
                    <a:pt x="10979" y="12946"/>
                  </a:cubicBezTo>
                  <a:cubicBezTo>
                    <a:pt x="10930" y="15202"/>
                    <a:pt x="11028" y="16159"/>
                    <a:pt x="11321" y="16842"/>
                  </a:cubicBezTo>
                  <a:cubicBezTo>
                    <a:pt x="11614" y="17526"/>
                    <a:pt x="12103" y="17936"/>
                    <a:pt x="12983" y="17868"/>
                  </a:cubicBezTo>
                  <a:cubicBezTo>
                    <a:pt x="13862" y="17799"/>
                    <a:pt x="15133" y="17252"/>
                    <a:pt x="16599" y="16501"/>
                  </a:cubicBezTo>
                  <a:cubicBezTo>
                    <a:pt x="18065" y="15749"/>
                    <a:pt x="19726" y="14792"/>
                    <a:pt x="21388" y="1383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64" name="直线"/>
            <p:cNvSpPr/>
            <p:nvPr/>
          </p:nvSpPr>
          <p:spPr>
            <a:xfrm>
              <a:off x="6273599" y="5952107"/>
              <a:ext cx="229619" cy="370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73" y="0"/>
                  </a:moveTo>
                  <a:cubicBezTo>
                    <a:pt x="1773" y="4100"/>
                    <a:pt x="1773" y="8200"/>
                    <a:pt x="1531" y="11600"/>
                  </a:cubicBezTo>
                  <a:cubicBezTo>
                    <a:pt x="1290" y="15000"/>
                    <a:pt x="806" y="17700"/>
                    <a:pt x="484" y="19350"/>
                  </a:cubicBezTo>
                  <a:cubicBezTo>
                    <a:pt x="161" y="21000"/>
                    <a:pt x="0" y="21600"/>
                    <a:pt x="0" y="21600"/>
                  </a:cubicBezTo>
                  <a:cubicBezTo>
                    <a:pt x="0" y="21600"/>
                    <a:pt x="161" y="21000"/>
                    <a:pt x="1209" y="18900"/>
                  </a:cubicBezTo>
                  <a:cubicBezTo>
                    <a:pt x="2257" y="16800"/>
                    <a:pt x="4191" y="13200"/>
                    <a:pt x="6851" y="10100"/>
                  </a:cubicBezTo>
                  <a:cubicBezTo>
                    <a:pt x="9510" y="7000"/>
                    <a:pt x="12895" y="4400"/>
                    <a:pt x="15475" y="2900"/>
                  </a:cubicBezTo>
                  <a:cubicBezTo>
                    <a:pt x="18054" y="1400"/>
                    <a:pt x="19827" y="1000"/>
                    <a:pt x="21600" y="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65" name="直线"/>
            <p:cNvSpPr/>
            <p:nvPr/>
          </p:nvSpPr>
          <p:spPr>
            <a:xfrm>
              <a:off x="6626594" y="5976586"/>
              <a:ext cx="226191" cy="2582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8" h="21277" extrusionOk="0">
                  <a:moveTo>
                    <a:pt x="0" y="16618"/>
                  </a:moveTo>
                  <a:cubicBezTo>
                    <a:pt x="484" y="17183"/>
                    <a:pt x="968" y="17748"/>
                    <a:pt x="2660" y="17959"/>
                  </a:cubicBezTo>
                  <a:cubicBezTo>
                    <a:pt x="4353" y="18171"/>
                    <a:pt x="7254" y="18030"/>
                    <a:pt x="10478" y="16265"/>
                  </a:cubicBezTo>
                  <a:cubicBezTo>
                    <a:pt x="13702" y="14501"/>
                    <a:pt x="17248" y="11112"/>
                    <a:pt x="18860" y="8218"/>
                  </a:cubicBezTo>
                  <a:cubicBezTo>
                    <a:pt x="20472" y="5324"/>
                    <a:pt x="20150" y="2924"/>
                    <a:pt x="19183" y="1512"/>
                  </a:cubicBezTo>
                  <a:cubicBezTo>
                    <a:pt x="18215" y="101"/>
                    <a:pt x="16603" y="-323"/>
                    <a:pt x="14347" y="242"/>
                  </a:cubicBezTo>
                  <a:cubicBezTo>
                    <a:pt x="12090" y="806"/>
                    <a:pt x="9188" y="2359"/>
                    <a:pt x="6448" y="4901"/>
                  </a:cubicBezTo>
                  <a:cubicBezTo>
                    <a:pt x="3708" y="7442"/>
                    <a:pt x="1129" y="10971"/>
                    <a:pt x="403" y="13583"/>
                  </a:cubicBezTo>
                  <a:cubicBezTo>
                    <a:pt x="-322" y="16195"/>
                    <a:pt x="806" y="17889"/>
                    <a:pt x="4594" y="19018"/>
                  </a:cubicBezTo>
                  <a:cubicBezTo>
                    <a:pt x="8382" y="20148"/>
                    <a:pt x="14830" y="20712"/>
                    <a:pt x="21278" y="2127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66" name="直线"/>
            <p:cNvSpPr/>
            <p:nvPr/>
          </p:nvSpPr>
          <p:spPr>
            <a:xfrm>
              <a:off x="7402945" y="5400876"/>
              <a:ext cx="202936" cy="1453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3" h="21571" extrusionOk="0">
                  <a:moveTo>
                    <a:pt x="0" y="19"/>
                  </a:moveTo>
                  <a:cubicBezTo>
                    <a:pt x="4800" y="0"/>
                    <a:pt x="9600" y="-20"/>
                    <a:pt x="13129" y="39"/>
                  </a:cubicBezTo>
                  <a:cubicBezTo>
                    <a:pt x="16659" y="98"/>
                    <a:pt x="18918" y="237"/>
                    <a:pt x="20118" y="651"/>
                  </a:cubicBezTo>
                  <a:cubicBezTo>
                    <a:pt x="21318" y="1066"/>
                    <a:pt x="21459" y="1757"/>
                    <a:pt x="21388" y="2458"/>
                  </a:cubicBezTo>
                  <a:cubicBezTo>
                    <a:pt x="21318" y="3159"/>
                    <a:pt x="21035" y="3870"/>
                    <a:pt x="20753" y="4551"/>
                  </a:cubicBezTo>
                  <a:cubicBezTo>
                    <a:pt x="20471" y="5232"/>
                    <a:pt x="20188" y="5883"/>
                    <a:pt x="19906" y="6653"/>
                  </a:cubicBezTo>
                  <a:cubicBezTo>
                    <a:pt x="19624" y="7424"/>
                    <a:pt x="19341" y="8312"/>
                    <a:pt x="19129" y="9003"/>
                  </a:cubicBezTo>
                  <a:cubicBezTo>
                    <a:pt x="18918" y="9694"/>
                    <a:pt x="18776" y="10188"/>
                    <a:pt x="18565" y="10731"/>
                  </a:cubicBezTo>
                  <a:cubicBezTo>
                    <a:pt x="18353" y="11274"/>
                    <a:pt x="18071" y="11866"/>
                    <a:pt x="17859" y="12389"/>
                  </a:cubicBezTo>
                  <a:cubicBezTo>
                    <a:pt x="17647" y="12912"/>
                    <a:pt x="17506" y="13366"/>
                    <a:pt x="17435" y="13850"/>
                  </a:cubicBezTo>
                  <a:cubicBezTo>
                    <a:pt x="17365" y="14334"/>
                    <a:pt x="17365" y="14847"/>
                    <a:pt x="17365" y="15548"/>
                  </a:cubicBezTo>
                  <a:cubicBezTo>
                    <a:pt x="17365" y="16249"/>
                    <a:pt x="17365" y="17138"/>
                    <a:pt x="17576" y="17977"/>
                  </a:cubicBezTo>
                  <a:cubicBezTo>
                    <a:pt x="17788" y="18816"/>
                    <a:pt x="18212" y="19606"/>
                    <a:pt x="18706" y="20158"/>
                  </a:cubicBezTo>
                  <a:cubicBezTo>
                    <a:pt x="19200" y="20711"/>
                    <a:pt x="19765" y="21027"/>
                    <a:pt x="20259" y="21244"/>
                  </a:cubicBezTo>
                  <a:cubicBezTo>
                    <a:pt x="20753" y="21462"/>
                    <a:pt x="21176" y="21580"/>
                    <a:pt x="21388" y="21570"/>
                  </a:cubicBezTo>
                  <a:cubicBezTo>
                    <a:pt x="21600" y="21560"/>
                    <a:pt x="21600" y="21422"/>
                    <a:pt x="21247" y="21027"/>
                  </a:cubicBezTo>
                  <a:cubicBezTo>
                    <a:pt x="20894" y="20632"/>
                    <a:pt x="20188" y="19981"/>
                    <a:pt x="19482" y="1932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67" name="直线"/>
            <p:cNvSpPr/>
            <p:nvPr/>
          </p:nvSpPr>
          <p:spPr>
            <a:xfrm>
              <a:off x="7498742" y="5265588"/>
              <a:ext cx="884894" cy="15042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553" extrusionOk="0">
                  <a:moveTo>
                    <a:pt x="0" y="642"/>
                  </a:moveTo>
                  <a:cubicBezTo>
                    <a:pt x="259" y="413"/>
                    <a:pt x="519" y="185"/>
                    <a:pt x="1070" y="80"/>
                  </a:cubicBezTo>
                  <a:cubicBezTo>
                    <a:pt x="1622" y="-25"/>
                    <a:pt x="2465" y="-6"/>
                    <a:pt x="3438" y="23"/>
                  </a:cubicBezTo>
                  <a:cubicBezTo>
                    <a:pt x="4411" y="51"/>
                    <a:pt x="5514" y="89"/>
                    <a:pt x="6730" y="118"/>
                  </a:cubicBezTo>
                  <a:cubicBezTo>
                    <a:pt x="7946" y="147"/>
                    <a:pt x="9276" y="166"/>
                    <a:pt x="10622" y="232"/>
                  </a:cubicBezTo>
                  <a:cubicBezTo>
                    <a:pt x="11968" y="299"/>
                    <a:pt x="13330" y="413"/>
                    <a:pt x="14627" y="576"/>
                  </a:cubicBezTo>
                  <a:cubicBezTo>
                    <a:pt x="15924" y="738"/>
                    <a:pt x="17157" y="947"/>
                    <a:pt x="18211" y="1281"/>
                  </a:cubicBezTo>
                  <a:cubicBezTo>
                    <a:pt x="19265" y="1615"/>
                    <a:pt x="20141" y="2072"/>
                    <a:pt x="20724" y="2663"/>
                  </a:cubicBezTo>
                  <a:cubicBezTo>
                    <a:pt x="21308" y="3254"/>
                    <a:pt x="21600" y="3979"/>
                    <a:pt x="21568" y="4722"/>
                  </a:cubicBezTo>
                  <a:cubicBezTo>
                    <a:pt x="21535" y="5466"/>
                    <a:pt x="21178" y="6228"/>
                    <a:pt x="20757" y="6953"/>
                  </a:cubicBezTo>
                  <a:cubicBezTo>
                    <a:pt x="20335" y="7677"/>
                    <a:pt x="19849" y="8363"/>
                    <a:pt x="19395" y="8964"/>
                  </a:cubicBezTo>
                  <a:cubicBezTo>
                    <a:pt x="18941" y="9564"/>
                    <a:pt x="18519" y="10079"/>
                    <a:pt x="18097" y="10613"/>
                  </a:cubicBezTo>
                  <a:cubicBezTo>
                    <a:pt x="17676" y="11147"/>
                    <a:pt x="17254" y="11700"/>
                    <a:pt x="16735" y="12252"/>
                  </a:cubicBezTo>
                  <a:cubicBezTo>
                    <a:pt x="16216" y="12805"/>
                    <a:pt x="15600" y="13358"/>
                    <a:pt x="14968" y="13930"/>
                  </a:cubicBezTo>
                  <a:cubicBezTo>
                    <a:pt x="14335" y="14502"/>
                    <a:pt x="13686" y="15093"/>
                    <a:pt x="13054" y="15684"/>
                  </a:cubicBezTo>
                  <a:cubicBezTo>
                    <a:pt x="12422" y="16275"/>
                    <a:pt x="11805" y="16866"/>
                    <a:pt x="11173" y="17390"/>
                  </a:cubicBezTo>
                  <a:cubicBezTo>
                    <a:pt x="10541" y="17915"/>
                    <a:pt x="9892" y="18372"/>
                    <a:pt x="9195" y="18916"/>
                  </a:cubicBezTo>
                  <a:cubicBezTo>
                    <a:pt x="8497" y="19459"/>
                    <a:pt x="7751" y="20088"/>
                    <a:pt x="7086" y="20526"/>
                  </a:cubicBezTo>
                  <a:cubicBezTo>
                    <a:pt x="6422" y="20965"/>
                    <a:pt x="5838" y="21213"/>
                    <a:pt x="5465" y="21365"/>
                  </a:cubicBezTo>
                  <a:cubicBezTo>
                    <a:pt x="5092" y="21518"/>
                    <a:pt x="4930" y="21575"/>
                    <a:pt x="4865" y="21546"/>
                  </a:cubicBezTo>
                  <a:cubicBezTo>
                    <a:pt x="4800" y="21518"/>
                    <a:pt x="4832" y="21403"/>
                    <a:pt x="4914" y="21279"/>
                  </a:cubicBezTo>
                  <a:cubicBezTo>
                    <a:pt x="4995" y="21156"/>
                    <a:pt x="5124" y="21022"/>
                    <a:pt x="5254" y="2088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68" name="直线"/>
            <p:cNvSpPr/>
            <p:nvPr/>
          </p:nvSpPr>
          <p:spPr>
            <a:xfrm>
              <a:off x="8372891" y="6116027"/>
              <a:ext cx="319325" cy="40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82" extrusionOk="0">
                  <a:moveTo>
                    <a:pt x="0" y="13333"/>
                  </a:moveTo>
                  <a:cubicBezTo>
                    <a:pt x="0" y="14107"/>
                    <a:pt x="0" y="14881"/>
                    <a:pt x="180" y="15444"/>
                  </a:cubicBezTo>
                  <a:cubicBezTo>
                    <a:pt x="360" y="16006"/>
                    <a:pt x="720" y="16358"/>
                    <a:pt x="1440" y="16323"/>
                  </a:cubicBezTo>
                  <a:cubicBezTo>
                    <a:pt x="2160" y="16288"/>
                    <a:pt x="3240" y="15866"/>
                    <a:pt x="4905" y="14634"/>
                  </a:cubicBezTo>
                  <a:cubicBezTo>
                    <a:pt x="6570" y="13403"/>
                    <a:pt x="8820" y="11363"/>
                    <a:pt x="10800" y="9428"/>
                  </a:cubicBezTo>
                  <a:cubicBezTo>
                    <a:pt x="12780" y="7493"/>
                    <a:pt x="14490" y="5664"/>
                    <a:pt x="15435" y="4221"/>
                  </a:cubicBezTo>
                  <a:cubicBezTo>
                    <a:pt x="16380" y="2779"/>
                    <a:pt x="16560" y="1724"/>
                    <a:pt x="16065" y="985"/>
                  </a:cubicBezTo>
                  <a:cubicBezTo>
                    <a:pt x="15570" y="246"/>
                    <a:pt x="14400" y="-176"/>
                    <a:pt x="12600" y="70"/>
                  </a:cubicBezTo>
                  <a:cubicBezTo>
                    <a:pt x="10800" y="316"/>
                    <a:pt x="8370" y="1231"/>
                    <a:pt x="6435" y="2779"/>
                  </a:cubicBezTo>
                  <a:cubicBezTo>
                    <a:pt x="4500" y="4327"/>
                    <a:pt x="3060" y="6508"/>
                    <a:pt x="2070" y="8830"/>
                  </a:cubicBezTo>
                  <a:cubicBezTo>
                    <a:pt x="1080" y="11152"/>
                    <a:pt x="540" y="13614"/>
                    <a:pt x="585" y="15760"/>
                  </a:cubicBezTo>
                  <a:cubicBezTo>
                    <a:pt x="630" y="17906"/>
                    <a:pt x="1260" y="19735"/>
                    <a:pt x="2610" y="20580"/>
                  </a:cubicBezTo>
                  <a:cubicBezTo>
                    <a:pt x="3960" y="21424"/>
                    <a:pt x="6030" y="21283"/>
                    <a:pt x="8460" y="20756"/>
                  </a:cubicBezTo>
                  <a:cubicBezTo>
                    <a:pt x="10890" y="20228"/>
                    <a:pt x="13680" y="19313"/>
                    <a:pt x="15930" y="17695"/>
                  </a:cubicBezTo>
                  <a:cubicBezTo>
                    <a:pt x="18180" y="16077"/>
                    <a:pt x="19890" y="13755"/>
                    <a:pt x="21600" y="1143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69" name="直线"/>
            <p:cNvSpPr/>
            <p:nvPr/>
          </p:nvSpPr>
          <p:spPr>
            <a:xfrm>
              <a:off x="8807969" y="6047506"/>
              <a:ext cx="383190" cy="3600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56" extrusionOk="0">
                  <a:moveTo>
                    <a:pt x="0" y="6205"/>
                  </a:moveTo>
                  <a:cubicBezTo>
                    <a:pt x="375" y="8797"/>
                    <a:pt x="750" y="11389"/>
                    <a:pt x="1275" y="13981"/>
                  </a:cubicBezTo>
                  <a:cubicBezTo>
                    <a:pt x="1800" y="16573"/>
                    <a:pt x="2475" y="19165"/>
                    <a:pt x="3675" y="20383"/>
                  </a:cubicBezTo>
                  <a:cubicBezTo>
                    <a:pt x="4875" y="21600"/>
                    <a:pt x="6600" y="21443"/>
                    <a:pt x="8250" y="20540"/>
                  </a:cubicBezTo>
                  <a:cubicBezTo>
                    <a:pt x="9900" y="19636"/>
                    <a:pt x="11475" y="17987"/>
                    <a:pt x="13012" y="15866"/>
                  </a:cubicBezTo>
                  <a:cubicBezTo>
                    <a:pt x="14550" y="13745"/>
                    <a:pt x="16050" y="11153"/>
                    <a:pt x="17400" y="8640"/>
                  </a:cubicBezTo>
                  <a:cubicBezTo>
                    <a:pt x="18750" y="6127"/>
                    <a:pt x="19950" y="3692"/>
                    <a:pt x="20587" y="2160"/>
                  </a:cubicBezTo>
                  <a:cubicBezTo>
                    <a:pt x="21225" y="628"/>
                    <a:pt x="21300" y="0"/>
                    <a:pt x="21375" y="0"/>
                  </a:cubicBezTo>
                  <a:cubicBezTo>
                    <a:pt x="21450" y="0"/>
                    <a:pt x="21525" y="628"/>
                    <a:pt x="21600" y="125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0" name="直线"/>
            <p:cNvSpPr/>
            <p:nvPr/>
          </p:nvSpPr>
          <p:spPr>
            <a:xfrm>
              <a:off x="9337711" y="6123101"/>
              <a:ext cx="316467" cy="343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8" h="21276" extrusionOk="0">
                  <a:moveTo>
                    <a:pt x="1152" y="9743"/>
                  </a:moveTo>
                  <a:cubicBezTo>
                    <a:pt x="973" y="11227"/>
                    <a:pt x="794" y="12711"/>
                    <a:pt x="883" y="13577"/>
                  </a:cubicBezTo>
                  <a:cubicBezTo>
                    <a:pt x="973" y="14442"/>
                    <a:pt x="1331" y="14690"/>
                    <a:pt x="2272" y="14648"/>
                  </a:cubicBezTo>
                  <a:cubicBezTo>
                    <a:pt x="3213" y="14607"/>
                    <a:pt x="4737" y="14277"/>
                    <a:pt x="6888" y="13123"/>
                  </a:cubicBezTo>
                  <a:cubicBezTo>
                    <a:pt x="9039" y="11969"/>
                    <a:pt x="11818" y="9990"/>
                    <a:pt x="14013" y="8053"/>
                  </a:cubicBezTo>
                  <a:cubicBezTo>
                    <a:pt x="16209" y="6116"/>
                    <a:pt x="17823" y="4219"/>
                    <a:pt x="18405" y="2859"/>
                  </a:cubicBezTo>
                  <a:cubicBezTo>
                    <a:pt x="18988" y="1499"/>
                    <a:pt x="18540" y="674"/>
                    <a:pt x="17061" y="262"/>
                  </a:cubicBezTo>
                  <a:cubicBezTo>
                    <a:pt x="15582" y="-150"/>
                    <a:pt x="13072" y="-150"/>
                    <a:pt x="10608" y="798"/>
                  </a:cubicBezTo>
                  <a:cubicBezTo>
                    <a:pt x="8143" y="1746"/>
                    <a:pt x="5723" y="3642"/>
                    <a:pt x="3841" y="5910"/>
                  </a:cubicBezTo>
                  <a:cubicBezTo>
                    <a:pt x="1959" y="8177"/>
                    <a:pt x="614" y="10815"/>
                    <a:pt x="166" y="13082"/>
                  </a:cubicBezTo>
                  <a:cubicBezTo>
                    <a:pt x="-282" y="15349"/>
                    <a:pt x="166" y="17245"/>
                    <a:pt x="1645" y="18647"/>
                  </a:cubicBezTo>
                  <a:cubicBezTo>
                    <a:pt x="3124" y="20048"/>
                    <a:pt x="5633" y="20955"/>
                    <a:pt x="8233" y="21203"/>
                  </a:cubicBezTo>
                  <a:cubicBezTo>
                    <a:pt x="10832" y="21450"/>
                    <a:pt x="13521" y="21038"/>
                    <a:pt x="15716" y="20419"/>
                  </a:cubicBezTo>
                  <a:cubicBezTo>
                    <a:pt x="17912" y="19801"/>
                    <a:pt x="19615" y="18977"/>
                    <a:pt x="21318" y="1815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1" name="直线"/>
            <p:cNvSpPr/>
            <p:nvPr/>
          </p:nvSpPr>
          <p:spPr>
            <a:xfrm>
              <a:off x="9768066" y="5645691"/>
              <a:ext cx="65731" cy="9579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2" h="21600" extrusionOk="0">
                  <a:moveTo>
                    <a:pt x="17454" y="0"/>
                  </a:moveTo>
                  <a:cubicBezTo>
                    <a:pt x="15294" y="600"/>
                    <a:pt x="13134" y="1200"/>
                    <a:pt x="11622" y="1980"/>
                  </a:cubicBezTo>
                  <a:cubicBezTo>
                    <a:pt x="10110" y="2760"/>
                    <a:pt x="9246" y="3720"/>
                    <a:pt x="8382" y="4695"/>
                  </a:cubicBezTo>
                  <a:cubicBezTo>
                    <a:pt x="7518" y="5670"/>
                    <a:pt x="6654" y="6660"/>
                    <a:pt x="5790" y="7650"/>
                  </a:cubicBezTo>
                  <a:cubicBezTo>
                    <a:pt x="4926" y="8640"/>
                    <a:pt x="4062" y="9630"/>
                    <a:pt x="3198" y="10590"/>
                  </a:cubicBezTo>
                  <a:cubicBezTo>
                    <a:pt x="2334" y="11550"/>
                    <a:pt x="1470" y="12480"/>
                    <a:pt x="822" y="13485"/>
                  </a:cubicBezTo>
                  <a:cubicBezTo>
                    <a:pt x="174" y="14490"/>
                    <a:pt x="-258" y="15570"/>
                    <a:pt x="174" y="16635"/>
                  </a:cubicBezTo>
                  <a:cubicBezTo>
                    <a:pt x="606" y="17700"/>
                    <a:pt x="1902" y="18750"/>
                    <a:pt x="5574" y="19575"/>
                  </a:cubicBezTo>
                  <a:cubicBezTo>
                    <a:pt x="9246" y="20400"/>
                    <a:pt x="15294" y="21000"/>
                    <a:pt x="21342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2" name="直线"/>
            <p:cNvSpPr/>
            <p:nvPr/>
          </p:nvSpPr>
          <p:spPr>
            <a:xfrm>
              <a:off x="10025391" y="6148626"/>
              <a:ext cx="165432" cy="303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2" h="21356" extrusionOk="0">
                  <a:moveTo>
                    <a:pt x="3037" y="0"/>
                  </a:moveTo>
                  <a:cubicBezTo>
                    <a:pt x="2362" y="3366"/>
                    <a:pt x="1688" y="6732"/>
                    <a:pt x="1266" y="9818"/>
                  </a:cubicBezTo>
                  <a:cubicBezTo>
                    <a:pt x="844" y="12904"/>
                    <a:pt x="675" y="15709"/>
                    <a:pt x="844" y="17673"/>
                  </a:cubicBezTo>
                  <a:cubicBezTo>
                    <a:pt x="1013" y="19636"/>
                    <a:pt x="1519" y="20758"/>
                    <a:pt x="2869" y="21179"/>
                  </a:cubicBezTo>
                  <a:cubicBezTo>
                    <a:pt x="4219" y="21600"/>
                    <a:pt x="6412" y="21319"/>
                    <a:pt x="9619" y="19777"/>
                  </a:cubicBezTo>
                  <a:cubicBezTo>
                    <a:pt x="12825" y="18234"/>
                    <a:pt x="17044" y="15429"/>
                    <a:pt x="19237" y="12857"/>
                  </a:cubicBezTo>
                  <a:cubicBezTo>
                    <a:pt x="21431" y="10286"/>
                    <a:pt x="21600" y="7948"/>
                    <a:pt x="19491" y="6358"/>
                  </a:cubicBezTo>
                  <a:cubicBezTo>
                    <a:pt x="17381" y="4769"/>
                    <a:pt x="12994" y="3927"/>
                    <a:pt x="9366" y="3834"/>
                  </a:cubicBezTo>
                  <a:cubicBezTo>
                    <a:pt x="5737" y="3740"/>
                    <a:pt x="2869" y="4395"/>
                    <a:pt x="0" y="504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3" name="直线"/>
            <p:cNvSpPr/>
            <p:nvPr/>
          </p:nvSpPr>
          <p:spPr>
            <a:xfrm>
              <a:off x="10324757" y="6051742"/>
              <a:ext cx="119747" cy="10907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69" extrusionOk="0">
                  <a:moveTo>
                    <a:pt x="21600" y="22"/>
                  </a:moveTo>
                  <a:cubicBezTo>
                    <a:pt x="20400" y="-5"/>
                    <a:pt x="19200" y="-31"/>
                    <a:pt x="18000" y="101"/>
                  </a:cubicBezTo>
                  <a:cubicBezTo>
                    <a:pt x="16800" y="232"/>
                    <a:pt x="15600" y="521"/>
                    <a:pt x="14160" y="1179"/>
                  </a:cubicBezTo>
                  <a:cubicBezTo>
                    <a:pt x="12720" y="1837"/>
                    <a:pt x="11040" y="2863"/>
                    <a:pt x="9840" y="3784"/>
                  </a:cubicBezTo>
                  <a:cubicBezTo>
                    <a:pt x="8640" y="4705"/>
                    <a:pt x="7920" y="5520"/>
                    <a:pt x="7200" y="6402"/>
                  </a:cubicBezTo>
                  <a:cubicBezTo>
                    <a:pt x="6480" y="7283"/>
                    <a:pt x="5760" y="8230"/>
                    <a:pt x="5040" y="9138"/>
                  </a:cubicBezTo>
                  <a:cubicBezTo>
                    <a:pt x="4320" y="10045"/>
                    <a:pt x="3600" y="10914"/>
                    <a:pt x="3000" y="11742"/>
                  </a:cubicBezTo>
                  <a:cubicBezTo>
                    <a:pt x="2400" y="12571"/>
                    <a:pt x="1920" y="13360"/>
                    <a:pt x="1560" y="14281"/>
                  </a:cubicBezTo>
                  <a:cubicBezTo>
                    <a:pt x="1200" y="15202"/>
                    <a:pt x="960" y="16255"/>
                    <a:pt x="960" y="17267"/>
                  </a:cubicBezTo>
                  <a:cubicBezTo>
                    <a:pt x="960" y="18280"/>
                    <a:pt x="1200" y="19254"/>
                    <a:pt x="1440" y="19912"/>
                  </a:cubicBezTo>
                  <a:cubicBezTo>
                    <a:pt x="1680" y="20569"/>
                    <a:pt x="1920" y="20911"/>
                    <a:pt x="2280" y="21161"/>
                  </a:cubicBezTo>
                  <a:cubicBezTo>
                    <a:pt x="2640" y="21411"/>
                    <a:pt x="3120" y="21569"/>
                    <a:pt x="3360" y="21569"/>
                  </a:cubicBezTo>
                  <a:cubicBezTo>
                    <a:pt x="3600" y="21569"/>
                    <a:pt x="3600" y="21411"/>
                    <a:pt x="3000" y="20951"/>
                  </a:cubicBezTo>
                  <a:cubicBezTo>
                    <a:pt x="2400" y="20490"/>
                    <a:pt x="1200" y="19727"/>
                    <a:pt x="0" y="1896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4" name="直线"/>
            <p:cNvSpPr/>
            <p:nvPr/>
          </p:nvSpPr>
          <p:spPr>
            <a:xfrm>
              <a:off x="10392613" y="5933812"/>
              <a:ext cx="199155" cy="502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1" h="21512" extrusionOk="0">
                  <a:moveTo>
                    <a:pt x="0" y="482"/>
                  </a:moveTo>
                  <a:cubicBezTo>
                    <a:pt x="3268" y="197"/>
                    <a:pt x="6537" y="-88"/>
                    <a:pt x="9805" y="26"/>
                  </a:cubicBezTo>
                  <a:cubicBezTo>
                    <a:pt x="13074" y="140"/>
                    <a:pt x="16342" y="653"/>
                    <a:pt x="18474" y="1679"/>
                  </a:cubicBezTo>
                  <a:cubicBezTo>
                    <a:pt x="20605" y="2705"/>
                    <a:pt x="21600" y="4243"/>
                    <a:pt x="21174" y="5868"/>
                  </a:cubicBezTo>
                  <a:cubicBezTo>
                    <a:pt x="20747" y="7492"/>
                    <a:pt x="18900" y="9202"/>
                    <a:pt x="16626" y="10997"/>
                  </a:cubicBezTo>
                  <a:cubicBezTo>
                    <a:pt x="14353" y="12792"/>
                    <a:pt x="11653" y="14673"/>
                    <a:pt x="9095" y="16297"/>
                  </a:cubicBezTo>
                  <a:cubicBezTo>
                    <a:pt x="6537" y="17921"/>
                    <a:pt x="4121" y="19289"/>
                    <a:pt x="2842" y="20116"/>
                  </a:cubicBezTo>
                  <a:cubicBezTo>
                    <a:pt x="1563" y="20942"/>
                    <a:pt x="1421" y="21227"/>
                    <a:pt x="1279" y="2151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5" name="直线"/>
            <p:cNvSpPr/>
            <p:nvPr/>
          </p:nvSpPr>
          <p:spPr>
            <a:xfrm>
              <a:off x="10734782" y="6110057"/>
              <a:ext cx="434714" cy="343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3" h="21463" extrusionOk="0">
                  <a:moveTo>
                    <a:pt x="1362" y="516"/>
                  </a:moveTo>
                  <a:cubicBezTo>
                    <a:pt x="1413" y="189"/>
                    <a:pt x="1465" y="-137"/>
                    <a:pt x="1569" y="59"/>
                  </a:cubicBezTo>
                  <a:cubicBezTo>
                    <a:pt x="1672" y="255"/>
                    <a:pt x="1828" y="972"/>
                    <a:pt x="1905" y="2506"/>
                  </a:cubicBezTo>
                  <a:cubicBezTo>
                    <a:pt x="1983" y="4039"/>
                    <a:pt x="1983" y="6389"/>
                    <a:pt x="1828" y="8836"/>
                  </a:cubicBezTo>
                  <a:cubicBezTo>
                    <a:pt x="1672" y="11283"/>
                    <a:pt x="1362" y="13828"/>
                    <a:pt x="1103" y="15818"/>
                  </a:cubicBezTo>
                  <a:cubicBezTo>
                    <a:pt x="844" y="17809"/>
                    <a:pt x="636" y="19244"/>
                    <a:pt x="455" y="20158"/>
                  </a:cubicBezTo>
                  <a:cubicBezTo>
                    <a:pt x="274" y="21071"/>
                    <a:pt x="118" y="21463"/>
                    <a:pt x="41" y="21463"/>
                  </a:cubicBezTo>
                  <a:cubicBezTo>
                    <a:pt x="-37" y="21463"/>
                    <a:pt x="-37" y="21071"/>
                    <a:pt x="351" y="19734"/>
                  </a:cubicBezTo>
                  <a:cubicBezTo>
                    <a:pt x="740" y="18396"/>
                    <a:pt x="1517" y="16112"/>
                    <a:pt x="2398" y="13991"/>
                  </a:cubicBezTo>
                  <a:cubicBezTo>
                    <a:pt x="3278" y="11870"/>
                    <a:pt x="4262" y="9913"/>
                    <a:pt x="5195" y="8412"/>
                  </a:cubicBezTo>
                  <a:cubicBezTo>
                    <a:pt x="6127" y="6911"/>
                    <a:pt x="7008" y="5867"/>
                    <a:pt x="7577" y="5312"/>
                  </a:cubicBezTo>
                  <a:cubicBezTo>
                    <a:pt x="8147" y="4757"/>
                    <a:pt x="8406" y="4692"/>
                    <a:pt x="8639" y="4986"/>
                  </a:cubicBezTo>
                  <a:cubicBezTo>
                    <a:pt x="8872" y="5279"/>
                    <a:pt x="9080" y="5932"/>
                    <a:pt x="9235" y="7498"/>
                  </a:cubicBezTo>
                  <a:cubicBezTo>
                    <a:pt x="9390" y="9064"/>
                    <a:pt x="9494" y="11544"/>
                    <a:pt x="9494" y="13110"/>
                  </a:cubicBezTo>
                  <a:cubicBezTo>
                    <a:pt x="9494" y="14676"/>
                    <a:pt x="9390" y="15329"/>
                    <a:pt x="9339" y="15851"/>
                  </a:cubicBezTo>
                  <a:cubicBezTo>
                    <a:pt x="9287" y="16373"/>
                    <a:pt x="9287" y="16765"/>
                    <a:pt x="9364" y="16797"/>
                  </a:cubicBezTo>
                  <a:cubicBezTo>
                    <a:pt x="9442" y="16830"/>
                    <a:pt x="9598" y="16503"/>
                    <a:pt x="10323" y="15264"/>
                  </a:cubicBezTo>
                  <a:cubicBezTo>
                    <a:pt x="11048" y="14024"/>
                    <a:pt x="12343" y="11870"/>
                    <a:pt x="13482" y="10043"/>
                  </a:cubicBezTo>
                  <a:cubicBezTo>
                    <a:pt x="14622" y="8216"/>
                    <a:pt x="15606" y="6715"/>
                    <a:pt x="16409" y="5834"/>
                  </a:cubicBezTo>
                  <a:cubicBezTo>
                    <a:pt x="17212" y="4953"/>
                    <a:pt x="17834" y="4692"/>
                    <a:pt x="18326" y="5018"/>
                  </a:cubicBezTo>
                  <a:cubicBezTo>
                    <a:pt x="18818" y="5345"/>
                    <a:pt x="19180" y="6258"/>
                    <a:pt x="19517" y="7759"/>
                  </a:cubicBezTo>
                  <a:cubicBezTo>
                    <a:pt x="19854" y="9260"/>
                    <a:pt x="20164" y="11348"/>
                    <a:pt x="20372" y="12555"/>
                  </a:cubicBezTo>
                  <a:cubicBezTo>
                    <a:pt x="20579" y="13763"/>
                    <a:pt x="20682" y="14089"/>
                    <a:pt x="20864" y="14285"/>
                  </a:cubicBezTo>
                  <a:cubicBezTo>
                    <a:pt x="21045" y="14481"/>
                    <a:pt x="21304" y="14546"/>
                    <a:pt x="21563" y="1461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6" name="直线"/>
            <p:cNvSpPr/>
            <p:nvPr/>
          </p:nvSpPr>
          <p:spPr>
            <a:xfrm>
              <a:off x="11280110" y="6119830"/>
              <a:ext cx="249660" cy="286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7" h="21306" extrusionOk="0">
                  <a:moveTo>
                    <a:pt x="3967" y="8278"/>
                  </a:moveTo>
                  <a:cubicBezTo>
                    <a:pt x="4957" y="8589"/>
                    <a:pt x="5947" y="8900"/>
                    <a:pt x="7162" y="9133"/>
                  </a:cubicBezTo>
                  <a:cubicBezTo>
                    <a:pt x="8377" y="9366"/>
                    <a:pt x="9817" y="9522"/>
                    <a:pt x="11662" y="8706"/>
                  </a:cubicBezTo>
                  <a:cubicBezTo>
                    <a:pt x="13507" y="7890"/>
                    <a:pt x="15757" y="6103"/>
                    <a:pt x="17017" y="4743"/>
                  </a:cubicBezTo>
                  <a:cubicBezTo>
                    <a:pt x="18277" y="3383"/>
                    <a:pt x="18547" y="2451"/>
                    <a:pt x="18412" y="1713"/>
                  </a:cubicBezTo>
                  <a:cubicBezTo>
                    <a:pt x="18277" y="975"/>
                    <a:pt x="17737" y="431"/>
                    <a:pt x="15982" y="159"/>
                  </a:cubicBezTo>
                  <a:cubicBezTo>
                    <a:pt x="14227" y="-113"/>
                    <a:pt x="11257" y="-113"/>
                    <a:pt x="8737" y="781"/>
                  </a:cubicBezTo>
                  <a:cubicBezTo>
                    <a:pt x="6217" y="1674"/>
                    <a:pt x="4147" y="3461"/>
                    <a:pt x="2617" y="5637"/>
                  </a:cubicBezTo>
                  <a:cubicBezTo>
                    <a:pt x="1087" y="7812"/>
                    <a:pt x="97" y="10376"/>
                    <a:pt x="7" y="12901"/>
                  </a:cubicBezTo>
                  <a:cubicBezTo>
                    <a:pt x="-83" y="15427"/>
                    <a:pt x="727" y="17913"/>
                    <a:pt x="2527" y="19428"/>
                  </a:cubicBezTo>
                  <a:cubicBezTo>
                    <a:pt x="4327" y="20943"/>
                    <a:pt x="7117" y="21487"/>
                    <a:pt x="10222" y="21254"/>
                  </a:cubicBezTo>
                  <a:cubicBezTo>
                    <a:pt x="13327" y="21021"/>
                    <a:pt x="16747" y="20011"/>
                    <a:pt x="18682" y="19350"/>
                  </a:cubicBezTo>
                  <a:cubicBezTo>
                    <a:pt x="20617" y="18690"/>
                    <a:pt x="21067" y="18379"/>
                    <a:pt x="21517" y="1806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7" name="直线"/>
            <p:cNvSpPr/>
            <p:nvPr/>
          </p:nvSpPr>
          <p:spPr>
            <a:xfrm>
              <a:off x="11694106" y="6118650"/>
              <a:ext cx="271124" cy="202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247" extrusionOk="0">
                  <a:moveTo>
                    <a:pt x="1630" y="3254"/>
                  </a:moveTo>
                  <a:cubicBezTo>
                    <a:pt x="1963" y="2925"/>
                    <a:pt x="2295" y="2596"/>
                    <a:pt x="2461" y="2870"/>
                  </a:cubicBezTo>
                  <a:cubicBezTo>
                    <a:pt x="2628" y="3144"/>
                    <a:pt x="2628" y="4021"/>
                    <a:pt x="2295" y="6379"/>
                  </a:cubicBezTo>
                  <a:cubicBezTo>
                    <a:pt x="1963" y="8736"/>
                    <a:pt x="1298" y="12574"/>
                    <a:pt x="883" y="14876"/>
                  </a:cubicBezTo>
                  <a:cubicBezTo>
                    <a:pt x="467" y="17179"/>
                    <a:pt x="301" y="17946"/>
                    <a:pt x="177" y="18878"/>
                  </a:cubicBezTo>
                  <a:cubicBezTo>
                    <a:pt x="52" y="19810"/>
                    <a:pt x="-31" y="20907"/>
                    <a:pt x="11" y="21181"/>
                  </a:cubicBezTo>
                  <a:cubicBezTo>
                    <a:pt x="52" y="21455"/>
                    <a:pt x="218" y="20907"/>
                    <a:pt x="1132" y="18988"/>
                  </a:cubicBezTo>
                  <a:cubicBezTo>
                    <a:pt x="2046" y="17069"/>
                    <a:pt x="3707" y="13780"/>
                    <a:pt x="5411" y="10819"/>
                  </a:cubicBezTo>
                  <a:cubicBezTo>
                    <a:pt x="7114" y="7859"/>
                    <a:pt x="8858" y="5228"/>
                    <a:pt x="10520" y="3309"/>
                  </a:cubicBezTo>
                  <a:cubicBezTo>
                    <a:pt x="12181" y="1390"/>
                    <a:pt x="13760" y="184"/>
                    <a:pt x="14881" y="19"/>
                  </a:cubicBezTo>
                  <a:cubicBezTo>
                    <a:pt x="16003" y="-145"/>
                    <a:pt x="16668" y="732"/>
                    <a:pt x="17208" y="2925"/>
                  </a:cubicBezTo>
                  <a:cubicBezTo>
                    <a:pt x="17747" y="5118"/>
                    <a:pt x="18163" y="8627"/>
                    <a:pt x="18495" y="11532"/>
                  </a:cubicBezTo>
                  <a:cubicBezTo>
                    <a:pt x="18827" y="14438"/>
                    <a:pt x="19077" y="16740"/>
                    <a:pt x="19575" y="18056"/>
                  </a:cubicBezTo>
                  <a:cubicBezTo>
                    <a:pt x="20074" y="19372"/>
                    <a:pt x="20821" y="19701"/>
                    <a:pt x="21569" y="2003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8" name="直线"/>
            <p:cNvSpPr/>
            <p:nvPr/>
          </p:nvSpPr>
          <p:spPr>
            <a:xfrm>
              <a:off x="12201006" y="5936609"/>
              <a:ext cx="61842" cy="5075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9" h="21600" extrusionOk="0">
                  <a:moveTo>
                    <a:pt x="15919" y="0"/>
                  </a:moveTo>
                  <a:cubicBezTo>
                    <a:pt x="14839" y="1333"/>
                    <a:pt x="13759" y="2667"/>
                    <a:pt x="11959" y="4289"/>
                  </a:cubicBezTo>
                  <a:cubicBezTo>
                    <a:pt x="10159" y="5911"/>
                    <a:pt x="7639" y="7822"/>
                    <a:pt x="5479" y="9511"/>
                  </a:cubicBezTo>
                  <a:cubicBezTo>
                    <a:pt x="3319" y="11200"/>
                    <a:pt x="1519" y="12667"/>
                    <a:pt x="619" y="14289"/>
                  </a:cubicBezTo>
                  <a:cubicBezTo>
                    <a:pt x="-281" y="15911"/>
                    <a:pt x="-281" y="17689"/>
                    <a:pt x="1159" y="18911"/>
                  </a:cubicBezTo>
                  <a:cubicBezTo>
                    <a:pt x="2599" y="20133"/>
                    <a:pt x="5479" y="20800"/>
                    <a:pt x="9079" y="21156"/>
                  </a:cubicBezTo>
                  <a:cubicBezTo>
                    <a:pt x="12679" y="21511"/>
                    <a:pt x="16999" y="21556"/>
                    <a:pt x="21319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9" name="直线"/>
            <p:cNvSpPr/>
            <p:nvPr/>
          </p:nvSpPr>
          <p:spPr>
            <a:xfrm>
              <a:off x="12084276" y="6083841"/>
              <a:ext cx="379073" cy="282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36" extrusionOk="0">
                  <a:moveTo>
                    <a:pt x="0" y="20836"/>
                  </a:moveTo>
                  <a:cubicBezTo>
                    <a:pt x="2499" y="17750"/>
                    <a:pt x="4998" y="14665"/>
                    <a:pt x="7468" y="11579"/>
                  </a:cubicBezTo>
                  <a:cubicBezTo>
                    <a:pt x="9937" y="8493"/>
                    <a:pt x="12377" y="5408"/>
                    <a:pt x="14489" y="3093"/>
                  </a:cubicBezTo>
                  <a:cubicBezTo>
                    <a:pt x="16602" y="779"/>
                    <a:pt x="18387" y="-764"/>
                    <a:pt x="19517" y="393"/>
                  </a:cubicBezTo>
                  <a:cubicBezTo>
                    <a:pt x="20648" y="1550"/>
                    <a:pt x="21124" y="5407"/>
                    <a:pt x="21600" y="926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0" name="直线"/>
            <p:cNvSpPr/>
            <p:nvPr/>
          </p:nvSpPr>
          <p:spPr>
            <a:xfrm>
              <a:off x="1961015" y="7842655"/>
              <a:ext cx="102651" cy="1264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7" extrusionOk="0">
                  <a:moveTo>
                    <a:pt x="21600" y="480"/>
                  </a:moveTo>
                  <a:cubicBezTo>
                    <a:pt x="21176" y="240"/>
                    <a:pt x="20753" y="0"/>
                    <a:pt x="20541" y="0"/>
                  </a:cubicBezTo>
                  <a:cubicBezTo>
                    <a:pt x="20329" y="0"/>
                    <a:pt x="20329" y="240"/>
                    <a:pt x="19271" y="1063"/>
                  </a:cubicBezTo>
                  <a:cubicBezTo>
                    <a:pt x="18212" y="1886"/>
                    <a:pt x="16094" y="3291"/>
                    <a:pt x="14188" y="4731"/>
                  </a:cubicBezTo>
                  <a:cubicBezTo>
                    <a:pt x="12282" y="6171"/>
                    <a:pt x="10588" y="7646"/>
                    <a:pt x="9106" y="9120"/>
                  </a:cubicBezTo>
                  <a:cubicBezTo>
                    <a:pt x="7624" y="10594"/>
                    <a:pt x="6353" y="12069"/>
                    <a:pt x="5506" y="13509"/>
                  </a:cubicBezTo>
                  <a:cubicBezTo>
                    <a:pt x="4659" y="14949"/>
                    <a:pt x="4235" y="16354"/>
                    <a:pt x="4024" y="17571"/>
                  </a:cubicBezTo>
                  <a:cubicBezTo>
                    <a:pt x="3812" y="18789"/>
                    <a:pt x="3812" y="19817"/>
                    <a:pt x="4235" y="20486"/>
                  </a:cubicBezTo>
                  <a:cubicBezTo>
                    <a:pt x="4659" y="21154"/>
                    <a:pt x="5506" y="21463"/>
                    <a:pt x="5718" y="21531"/>
                  </a:cubicBezTo>
                  <a:cubicBezTo>
                    <a:pt x="5929" y="21600"/>
                    <a:pt x="5506" y="21429"/>
                    <a:pt x="4447" y="21171"/>
                  </a:cubicBezTo>
                  <a:cubicBezTo>
                    <a:pt x="3388" y="20914"/>
                    <a:pt x="1694" y="20571"/>
                    <a:pt x="0" y="2022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1" name="直线"/>
            <p:cNvSpPr/>
            <p:nvPr/>
          </p:nvSpPr>
          <p:spPr>
            <a:xfrm>
              <a:off x="1659103" y="7758969"/>
              <a:ext cx="627853" cy="584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0" h="21495" extrusionOk="0">
                  <a:moveTo>
                    <a:pt x="0" y="2114"/>
                  </a:moveTo>
                  <a:cubicBezTo>
                    <a:pt x="2263" y="1818"/>
                    <a:pt x="4526" y="1522"/>
                    <a:pt x="6994" y="1116"/>
                  </a:cubicBezTo>
                  <a:cubicBezTo>
                    <a:pt x="9463" y="709"/>
                    <a:pt x="12137" y="191"/>
                    <a:pt x="14400" y="43"/>
                  </a:cubicBezTo>
                  <a:cubicBezTo>
                    <a:pt x="16663" y="-105"/>
                    <a:pt x="18514" y="117"/>
                    <a:pt x="19749" y="931"/>
                  </a:cubicBezTo>
                  <a:cubicBezTo>
                    <a:pt x="20983" y="1744"/>
                    <a:pt x="21600" y="3150"/>
                    <a:pt x="21326" y="4888"/>
                  </a:cubicBezTo>
                  <a:cubicBezTo>
                    <a:pt x="21051" y="6626"/>
                    <a:pt x="19886" y="8698"/>
                    <a:pt x="18480" y="10880"/>
                  </a:cubicBezTo>
                  <a:cubicBezTo>
                    <a:pt x="17074" y="13062"/>
                    <a:pt x="15429" y="15355"/>
                    <a:pt x="14263" y="17020"/>
                  </a:cubicBezTo>
                  <a:cubicBezTo>
                    <a:pt x="13097" y="18684"/>
                    <a:pt x="12411" y="19720"/>
                    <a:pt x="11897" y="20422"/>
                  </a:cubicBezTo>
                  <a:cubicBezTo>
                    <a:pt x="11383" y="21125"/>
                    <a:pt x="11040" y="21495"/>
                    <a:pt x="11040" y="21495"/>
                  </a:cubicBezTo>
                  <a:cubicBezTo>
                    <a:pt x="11040" y="21495"/>
                    <a:pt x="11383" y="21125"/>
                    <a:pt x="11726" y="2075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2" name="直线"/>
            <p:cNvSpPr/>
            <p:nvPr/>
          </p:nvSpPr>
          <p:spPr>
            <a:xfrm>
              <a:off x="2460003" y="7967446"/>
              <a:ext cx="261831" cy="400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9" h="21470" extrusionOk="0">
                  <a:moveTo>
                    <a:pt x="673" y="0"/>
                  </a:moveTo>
                  <a:cubicBezTo>
                    <a:pt x="1828" y="864"/>
                    <a:pt x="2982" y="1728"/>
                    <a:pt x="3724" y="3942"/>
                  </a:cubicBezTo>
                  <a:cubicBezTo>
                    <a:pt x="4466" y="6156"/>
                    <a:pt x="4796" y="9720"/>
                    <a:pt x="4383" y="12744"/>
                  </a:cubicBezTo>
                  <a:cubicBezTo>
                    <a:pt x="3971" y="15768"/>
                    <a:pt x="2817" y="18252"/>
                    <a:pt x="1910" y="19710"/>
                  </a:cubicBezTo>
                  <a:cubicBezTo>
                    <a:pt x="1003" y="21168"/>
                    <a:pt x="344" y="21600"/>
                    <a:pt x="96" y="21438"/>
                  </a:cubicBezTo>
                  <a:cubicBezTo>
                    <a:pt x="-151" y="21276"/>
                    <a:pt x="14" y="20520"/>
                    <a:pt x="1333" y="19062"/>
                  </a:cubicBezTo>
                  <a:cubicBezTo>
                    <a:pt x="2652" y="17604"/>
                    <a:pt x="5125" y="15444"/>
                    <a:pt x="8341" y="12798"/>
                  </a:cubicBezTo>
                  <a:cubicBezTo>
                    <a:pt x="11556" y="10152"/>
                    <a:pt x="15513" y="7020"/>
                    <a:pt x="17822" y="5076"/>
                  </a:cubicBezTo>
                  <a:cubicBezTo>
                    <a:pt x="20130" y="3132"/>
                    <a:pt x="20789" y="2376"/>
                    <a:pt x="21449" y="162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3" name="直线"/>
            <p:cNvSpPr/>
            <p:nvPr/>
          </p:nvSpPr>
          <p:spPr>
            <a:xfrm>
              <a:off x="2884865" y="7937861"/>
              <a:ext cx="291142" cy="374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248" extrusionOk="0">
                  <a:moveTo>
                    <a:pt x="5770" y="4766"/>
                  </a:moveTo>
                  <a:cubicBezTo>
                    <a:pt x="5622" y="8194"/>
                    <a:pt x="5474" y="11623"/>
                    <a:pt x="5474" y="14194"/>
                  </a:cubicBezTo>
                  <a:cubicBezTo>
                    <a:pt x="5474" y="16766"/>
                    <a:pt x="5622" y="18480"/>
                    <a:pt x="5918" y="19566"/>
                  </a:cubicBezTo>
                  <a:cubicBezTo>
                    <a:pt x="6214" y="20651"/>
                    <a:pt x="6658" y="21108"/>
                    <a:pt x="7249" y="21223"/>
                  </a:cubicBezTo>
                  <a:cubicBezTo>
                    <a:pt x="7841" y="21337"/>
                    <a:pt x="8581" y="21108"/>
                    <a:pt x="10504" y="19508"/>
                  </a:cubicBezTo>
                  <a:cubicBezTo>
                    <a:pt x="12427" y="17908"/>
                    <a:pt x="15534" y="14937"/>
                    <a:pt x="17827" y="12023"/>
                  </a:cubicBezTo>
                  <a:cubicBezTo>
                    <a:pt x="20121" y="9108"/>
                    <a:pt x="21600" y="6251"/>
                    <a:pt x="21378" y="4080"/>
                  </a:cubicBezTo>
                  <a:cubicBezTo>
                    <a:pt x="21156" y="1908"/>
                    <a:pt x="19233" y="423"/>
                    <a:pt x="16348" y="80"/>
                  </a:cubicBezTo>
                  <a:cubicBezTo>
                    <a:pt x="13463" y="-263"/>
                    <a:pt x="9616" y="537"/>
                    <a:pt x="6732" y="1737"/>
                  </a:cubicBezTo>
                  <a:cubicBezTo>
                    <a:pt x="3847" y="2937"/>
                    <a:pt x="1923" y="4537"/>
                    <a:pt x="0" y="613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4" name="直线"/>
            <p:cNvSpPr/>
            <p:nvPr/>
          </p:nvSpPr>
          <p:spPr>
            <a:xfrm>
              <a:off x="3428307" y="7671572"/>
              <a:ext cx="42269" cy="60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5" name="直线"/>
            <p:cNvSpPr/>
            <p:nvPr/>
          </p:nvSpPr>
          <p:spPr>
            <a:xfrm>
              <a:off x="3198854" y="8033866"/>
              <a:ext cx="301913" cy="9050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9" extrusionOk="0">
                  <a:moveTo>
                    <a:pt x="21600" y="0"/>
                  </a:moveTo>
                  <a:cubicBezTo>
                    <a:pt x="21312" y="1577"/>
                    <a:pt x="21024" y="3154"/>
                    <a:pt x="20880" y="4946"/>
                  </a:cubicBezTo>
                  <a:cubicBezTo>
                    <a:pt x="20736" y="6738"/>
                    <a:pt x="20736" y="8745"/>
                    <a:pt x="20736" y="10728"/>
                  </a:cubicBezTo>
                  <a:cubicBezTo>
                    <a:pt x="20736" y="12712"/>
                    <a:pt x="20736" y="14671"/>
                    <a:pt x="20304" y="16367"/>
                  </a:cubicBezTo>
                  <a:cubicBezTo>
                    <a:pt x="19872" y="18064"/>
                    <a:pt x="19008" y="19497"/>
                    <a:pt x="17568" y="20381"/>
                  </a:cubicBezTo>
                  <a:cubicBezTo>
                    <a:pt x="16128" y="21265"/>
                    <a:pt x="14112" y="21600"/>
                    <a:pt x="11088" y="21457"/>
                  </a:cubicBezTo>
                  <a:cubicBezTo>
                    <a:pt x="8064" y="21313"/>
                    <a:pt x="4032" y="20692"/>
                    <a:pt x="0" y="2007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6" name="直线"/>
            <p:cNvSpPr/>
            <p:nvPr/>
          </p:nvSpPr>
          <p:spPr>
            <a:xfrm>
              <a:off x="3734872" y="7990712"/>
              <a:ext cx="356073" cy="4317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2" h="21352" extrusionOk="0">
                  <a:moveTo>
                    <a:pt x="2588" y="13183"/>
                  </a:moveTo>
                  <a:cubicBezTo>
                    <a:pt x="2350" y="13681"/>
                    <a:pt x="2111" y="14179"/>
                    <a:pt x="2290" y="14577"/>
                  </a:cubicBezTo>
                  <a:cubicBezTo>
                    <a:pt x="2469" y="14975"/>
                    <a:pt x="3066" y="15274"/>
                    <a:pt x="4617" y="15025"/>
                  </a:cubicBezTo>
                  <a:cubicBezTo>
                    <a:pt x="6169" y="14776"/>
                    <a:pt x="8675" y="13980"/>
                    <a:pt x="11121" y="12437"/>
                  </a:cubicBezTo>
                  <a:cubicBezTo>
                    <a:pt x="13567" y="10894"/>
                    <a:pt x="15954" y="8604"/>
                    <a:pt x="17625" y="6663"/>
                  </a:cubicBezTo>
                  <a:cubicBezTo>
                    <a:pt x="19296" y="4722"/>
                    <a:pt x="20250" y="3130"/>
                    <a:pt x="20728" y="2085"/>
                  </a:cubicBezTo>
                  <a:cubicBezTo>
                    <a:pt x="21205" y="1039"/>
                    <a:pt x="21205" y="542"/>
                    <a:pt x="20907" y="243"/>
                  </a:cubicBezTo>
                  <a:cubicBezTo>
                    <a:pt x="20608" y="-55"/>
                    <a:pt x="20012" y="-155"/>
                    <a:pt x="17983" y="392"/>
                  </a:cubicBezTo>
                  <a:cubicBezTo>
                    <a:pt x="15954" y="940"/>
                    <a:pt x="12493" y="2134"/>
                    <a:pt x="9391" y="4374"/>
                  </a:cubicBezTo>
                  <a:cubicBezTo>
                    <a:pt x="6288" y="6614"/>
                    <a:pt x="3543" y="9898"/>
                    <a:pt x="1872" y="12636"/>
                  </a:cubicBezTo>
                  <a:cubicBezTo>
                    <a:pt x="202" y="15373"/>
                    <a:pt x="-395" y="17563"/>
                    <a:pt x="261" y="18957"/>
                  </a:cubicBezTo>
                  <a:cubicBezTo>
                    <a:pt x="918" y="20350"/>
                    <a:pt x="2827" y="20947"/>
                    <a:pt x="5214" y="21196"/>
                  </a:cubicBezTo>
                  <a:cubicBezTo>
                    <a:pt x="7601" y="21445"/>
                    <a:pt x="10465" y="21345"/>
                    <a:pt x="13329" y="2124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7" name="直线"/>
            <p:cNvSpPr/>
            <p:nvPr/>
          </p:nvSpPr>
          <p:spPr>
            <a:xfrm>
              <a:off x="4237188" y="8062867"/>
              <a:ext cx="169314" cy="3245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5" h="21106" extrusionOk="0">
                  <a:moveTo>
                    <a:pt x="14182" y="1256"/>
                  </a:moveTo>
                  <a:cubicBezTo>
                    <a:pt x="12940" y="863"/>
                    <a:pt x="11699" y="471"/>
                    <a:pt x="10333" y="209"/>
                  </a:cubicBezTo>
                  <a:cubicBezTo>
                    <a:pt x="8968" y="-53"/>
                    <a:pt x="7478" y="-184"/>
                    <a:pt x="5864" y="536"/>
                  </a:cubicBezTo>
                  <a:cubicBezTo>
                    <a:pt x="4251" y="1256"/>
                    <a:pt x="2513" y="2827"/>
                    <a:pt x="1271" y="5052"/>
                  </a:cubicBezTo>
                  <a:cubicBezTo>
                    <a:pt x="30" y="7278"/>
                    <a:pt x="-715" y="10158"/>
                    <a:pt x="1023" y="13038"/>
                  </a:cubicBezTo>
                  <a:cubicBezTo>
                    <a:pt x="2761" y="15918"/>
                    <a:pt x="6982" y="18798"/>
                    <a:pt x="10706" y="20107"/>
                  </a:cubicBezTo>
                  <a:cubicBezTo>
                    <a:pt x="14430" y="21416"/>
                    <a:pt x="17657" y="21154"/>
                    <a:pt x="20885" y="2089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8" name="直线"/>
            <p:cNvSpPr/>
            <p:nvPr/>
          </p:nvSpPr>
          <p:spPr>
            <a:xfrm>
              <a:off x="4724515" y="7737992"/>
              <a:ext cx="92588" cy="646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2" extrusionOk="0">
                  <a:moveTo>
                    <a:pt x="20191" y="0"/>
                  </a:moveTo>
                  <a:cubicBezTo>
                    <a:pt x="16435" y="1811"/>
                    <a:pt x="12678" y="3622"/>
                    <a:pt x="9626" y="5870"/>
                  </a:cubicBezTo>
                  <a:cubicBezTo>
                    <a:pt x="6574" y="8117"/>
                    <a:pt x="4226" y="10800"/>
                    <a:pt x="2583" y="13349"/>
                  </a:cubicBezTo>
                  <a:cubicBezTo>
                    <a:pt x="939" y="15898"/>
                    <a:pt x="0" y="18313"/>
                    <a:pt x="0" y="19688"/>
                  </a:cubicBezTo>
                  <a:cubicBezTo>
                    <a:pt x="0" y="21063"/>
                    <a:pt x="939" y="21399"/>
                    <a:pt x="3757" y="21499"/>
                  </a:cubicBezTo>
                  <a:cubicBezTo>
                    <a:pt x="6574" y="21600"/>
                    <a:pt x="11270" y="21466"/>
                    <a:pt x="14557" y="21164"/>
                  </a:cubicBezTo>
                  <a:cubicBezTo>
                    <a:pt x="17844" y="20862"/>
                    <a:pt x="19722" y="20393"/>
                    <a:pt x="21600" y="1992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9" name="直线"/>
            <p:cNvSpPr/>
            <p:nvPr/>
          </p:nvSpPr>
          <p:spPr>
            <a:xfrm>
              <a:off x="4587648" y="7888948"/>
              <a:ext cx="422679" cy="784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571" y="19938"/>
                    <a:pt x="5143" y="18277"/>
                    <a:pt x="8743" y="14677"/>
                  </a:cubicBezTo>
                  <a:cubicBezTo>
                    <a:pt x="12343" y="11077"/>
                    <a:pt x="16971" y="5538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90" name="直线"/>
            <p:cNvSpPr/>
            <p:nvPr/>
          </p:nvSpPr>
          <p:spPr>
            <a:xfrm>
              <a:off x="5974535" y="7733967"/>
              <a:ext cx="569504" cy="7869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0" h="21543" extrusionOk="0">
                  <a:moveTo>
                    <a:pt x="1669" y="441"/>
                  </a:moveTo>
                  <a:cubicBezTo>
                    <a:pt x="1974" y="220"/>
                    <a:pt x="2278" y="0"/>
                    <a:pt x="2886" y="0"/>
                  </a:cubicBezTo>
                  <a:cubicBezTo>
                    <a:pt x="3495" y="0"/>
                    <a:pt x="4407" y="220"/>
                    <a:pt x="5586" y="964"/>
                  </a:cubicBezTo>
                  <a:cubicBezTo>
                    <a:pt x="6765" y="1708"/>
                    <a:pt x="8210" y="2976"/>
                    <a:pt x="8666" y="4573"/>
                  </a:cubicBezTo>
                  <a:cubicBezTo>
                    <a:pt x="9123" y="6171"/>
                    <a:pt x="8590" y="8100"/>
                    <a:pt x="7716" y="9836"/>
                  </a:cubicBezTo>
                  <a:cubicBezTo>
                    <a:pt x="6841" y="11571"/>
                    <a:pt x="5624" y="13114"/>
                    <a:pt x="4445" y="14630"/>
                  </a:cubicBezTo>
                  <a:cubicBezTo>
                    <a:pt x="3266" y="16145"/>
                    <a:pt x="2126" y="17633"/>
                    <a:pt x="1403" y="18652"/>
                  </a:cubicBezTo>
                  <a:cubicBezTo>
                    <a:pt x="681" y="19671"/>
                    <a:pt x="376" y="20222"/>
                    <a:pt x="186" y="20636"/>
                  </a:cubicBezTo>
                  <a:cubicBezTo>
                    <a:pt x="-4" y="21049"/>
                    <a:pt x="-80" y="21324"/>
                    <a:pt x="110" y="21462"/>
                  </a:cubicBezTo>
                  <a:cubicBezTo>
                    <a:pt x="300" y="21600"/>
                    <a:pt x="757" y="21600"/>
                    <a:pt x="2088" y="21159"/>
                  </a:cubicBezTo>
                  <a:cubicBezTo>
                    <a:pt x="3419" y="20718"/>
                    <a:pt x="5624" y="19837"/>
                    <a:pt x="7944" y="18845"/>
                  </a:cubicBezTo>
                  <a:cubicBezTo>
                    <a:pt x="10264" y="17853"/>
                    <a:pt x="12697" y="16751"/>
                    <a:pt x="14979" y="15759"/>
                  </a:cubicBezTo>
                  <a:cubicBezTo>
                    <a:pt x="17261" y="14767"/>
                    <a:pt x="19390" y="13886"/>
                    <a:pt x="21520" y="1300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91" name="直线"/>
            <p:cNvSpPr/>
            <p:nvPr/>
          </p:nvSpPr>
          <p:spPr>
            <a:xfrm>
              <a:off x="6574229" y="7931861"/>
              <a:ext cx="343685" cy="3424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7" h="21242" extrusionOk="0">
                  <a:moveTo>
                    <a:pt x="4469" y="9699"/>
                  </a:moveTo>
                  <a:cubicBezTo>
                    <a:pt x="4717" y="9074"/>
                    <a:pt x="4966" y="8450"/>
                    <a:pt x="5090" y="8512"/>
                  </a:cubicBezTo>
                  <a:cubicBezTo>
                    <a:pt x="5214" y="8575"/>
                    <a:pt x="5214" y="9324"/>
                    <a:pt x="5028" y="11010"/>
                  </a:cubicBezTo>
                  <a:cubicBezTo>
                    <a:pt x="4841" y="12695"/>
                    <a:pt x="4469" y="15317"/>
                    <a:pt x="4283" y="17003"/>
                  </a:cubicBezTo>
                  <a:cubicBezTo>
                    <a:pt x="4097" y="18688"/>
                    <a:pt x="4097" y="19437"/>
                    <a:pt x="4345" y="20124"/>
                  </a:cubicBezTo>
                  <a:cubicBezTo>
                    <a:pt x="4593" y="20811"/>
                    <a:pt x="5090" y="21435"/>
                    <a:pt x="6455" y="21185"/>
                  </a:cubicBezTo>
                  <a:cubicBezTo>
                    <a:pt x="7821" y="20936"/>
                    <a:pt x="10055" y="19812"/>
                    <a:pt x="12724" y="17689"/>
                  </a:cubicBezTo>
                  <a:cubicBezTo>
                    <a:pt x="15393" y="15567"/>
                    <a:pt x="18497" y="12445"/>
                    <a:pt x="20048" y="9636"/>
                  </a:cubicBezTo>
                  <a:cubicBezTo>
                    <a:pt x="21600" y="6827"/>
                    <a:pt x="21600" y="4330"/>
                    <a:pt x="19924" y="2582"/>
                  </a:cubicBezTo>
                  <a:cubicBezTo>
                    <a:pt x="18248" y="834"/>
                    <a:pt x="14897" y="-165"/>
                    <a:pt x="11421" y="22"/>
                  </a:cubicBezTo>
                  <a:cubicBezTo>
                    <a:pt x="7945" y="210"/>
                    <a:pt x="4345" y="1583"/>
                    <a:pt x="2359" y="2519"/>
                  </a:cubicBezTo>
                  <a:cubicBezTo>
                    <a:pt x="372" y="3456"/>
                    <a:pt x="0" y="3955"/>
                    <a:pt x="0" y="4205"/>
                  </a:cubicBezTo>
                  <a:cubicBezTo>
                    <a:pt x="0" y="4455"/>
                    <a:pt x="372" y="4455"/>
                    <a:pt x="745" y="445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92" name="直线"/>
            <p:cNvSpPr/>
            <p:nvPr/>
          </p:nvSpPr>
          <p:spPr>
            <a:xfrm>
              <a:off x="7172015" y="7931887"/>
              <a:ext cx="362295" cy="416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74" extrusionOk="0">
                  <a:moveTo>
                    <a:pt x="0" y="274"/>
                  </a:moveTo>
                  <a:cubicBezTo>
                    <a:pt x="2040" y="69"/>
                    <a:pt x="4080" y="-137"/>
                    <a:pt x="5700" y="120"/>
                  </a:cubicBezTo>
                  <a:cubicBezTo>
                    <a:pt x="7320" y="377"/>
                    <a:pt x="8520" y="1097"/>
                    <a:pt x="8700" y="2692"/>
                  </a:cubicBezTo>
                  <a:cubicBezTo>
                    <a:pt x="8880" y="4286"/>
                    <a:pt x="8040" y="6754"/>
                    <a:pt x="6480" y="9686"/>
                  </a:cubicBezTo>
                  <a:cubicBezTo>
                    <a:pt x="4920" y="12617"/>
                    <a:pt x="2640" y="16012"/>
                    <a:pt x="1440" y="18017"/>
                  </a:cubicBezTo>
                  <a:cubicBezTo>
                    <a:pt x="240" y="20023"/>
                    <a:pt x="120" y="20640"/>
                    <a:pt x="480" y="21000"/>
                  </a:cubicBezTo>
                  <a:cubicBezTo>
                    <a:pt x="840" y="21360"/>
                    <a:pt x="1680" y="21463"/>
                    <a:pt x="4140" y="20692"/>
                  </a:cubicBezTo>
                  <a:cubicBezTo>
                    <a:pt x="6600" y="19920"/>
                    <a:pt x="10680" y="18274"/>
                    <a:pt x="13860" y="17092"/>
                  </a:cubicBezTo>
                  <a:cubicBezTo>
                    <a:pt x="17040" y="15909"/>
                    <a:pt x="19320" y="15189"/>
                    <a:pt x="21600" y="1446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93" name="直线"/>
            <p:cNvSpPr/>
            <p:nvPr/>
          </p:nvSpPr>
          <p:spPr>
            <a:xfrm>
              <a:off x="7612806" y="7524786"/>
              <a:ext cx="352884" cy="829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287" extrusionOk="0">
                  <a:moveTo>
                    <a:pt x="18202" y="203"/>
                  </a:moveTo>
                  <a:cubicBezTo>
                    <a:pt x="17474" y="48"/>
                    <a:pt x="16746" y="-107"/>
                    <a:pt x="15957" y="100"/>
                  </a:cubicBezTo>
                  <a:cubicBezTo>
                    <a:pt x="15169" y="306"/>
                    <a:pt x="14319" y="875"/>
                    <a:pt x="13227" y="1934"/>
                  </a:cubicBezTo>
                  <a:cubicBezTo>
                    <a:pt x="12135" y="2993"/>
                    <a:pt x="10800" y="4544"/>
                    <a:pt x="9465" y="6171"/>
                  </a:cubicBezTo>
                  <a:cubicBezTo>
                    <a:pt x="8130" y="7799"/>
                    <a:pt x="6796" y="9504"/>
                    <a:pt x="5582" y="11261"/>
                  </a:cubicBezTo>
                  <a:cubicBezTo>
                    <a:pt x="4369" y="13018"/>
                    <a:pt x="3276" y="14827"/>
                    <a:pt x="3216" y="16506"/>
                  </a:cubicBezTo>
                  <a:cubicBezTo>
                    <a:pt x="3155" y="18186"/>
                    <a:pt x="4126" y="19736"/>
                    <a:pt x="6067" y="20563"/>
                  </a:cubicBezTo>
                  <a:cubicBezTo>
                    <a:pt x="8009" y="21390"/>
                    <a:pt x="10921" y="21493"/>
                    <a:pt x="13591" y="20950"/>
                  </a:cubicBezTo>
                  <a:cubicBezTo>
                    <a:pt x="16261" y="20408"/>
                    <a:pt x="18688" y="19219"/>
                    <a:pt x="20022" y="18186"/>
                  </a:cubicBezTo>
                  <a:cubicBezTo>
                    <a:pt x="21357" y="17152"/>
                    <a:pt x="21600" y="16274"/>
                    <a:pt x="20872" y="15525"/>
                  </a:cubicBezTo>
                  <a:cubicBezTo>
                    <a:pt x="20144" y="14775"/>
                    <a:pt x="18445" y="14155"/>
                    <a:pt x="15836" y="13923"/>
                  </a:cubicBezTo>
                  <a:cubicBezTo>
                    <a:pt x="13227" y="13690"/>
                    <a:pt x="9708" y="13845"/>
                    <a:pt x="6917" y="14181"/>
                  </a:cubicBezTo>
                  <a:cubicBezTo>
                    <a:pt x="4126" y="14517"/>
                    <a:pt x="2063" y="15034"/>
                    <a:pt x="0" y="1555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pic>
        <p:nvPicPr>
          <p:cNvPr id="295" name="IMG_3063.png" descr="IMG_3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087" y="212484"/>
            <a:ext cx="6138099" cy="132910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4" name="绘图"/>
          <p:cNvGrpSpPr/>
          <p:nvPr/>
        </p:nvGrpSpPr>
        <p:grpSpPr>
          <a:xfrm>
            <a:off x="761999" y="758493"/>
            <a:ext cx="23443377" cy="12042538"/>
            <a:chOff x="-228463" y="-728153"/>
            <a:chExt cx="23443375" cy="12042537"/>
          </a:xfrm>
        </p:grpSpPr>
        <p:sp>
          <p:nvSpPr>
            <p:cNvPr id="297" name="直线"/>
            <p:cNvSpPr/>
            <p:nvPr/>
          </p:nvSpPr>
          <p:spPr>
            <a:xfrm>
              <a:off x="-107901" y="-92705"/>
              <a:ext cx="481294" cy="4813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0979" extrusionOk="0">
                  <a:moveTo>
                    <a:pt x="4763" y="4041"/>
                  </a:moveTo>
                  <a:cubicBezTo>
                    <a:pt x="4171" y="8156"/>
                    <a:pt x="3580" y="12270"/>
                    <a:pt x="3506" y="15062"/>
                  </a:cubicBezTo>
                  <a:cubicBezTo>
                    <a:pt x="3432" y="17853"/>
                    <a:pt x="3876" y="19323"/>
                    <a:pt x="4689" y="20204"/>
                  </a:cubicBezTo>
                  <a:cubicBezTo>
                    <a:pt x="5503" y="21086"/>
                    <a:pt x="6686" y="21380"/>
                    <a:pt x="8536" y="20204"/>
                  </a:cubicBezTo>
                  <a:cubicBezTo>
                    <a:pt x="10385" y="19029"/>
                    <a:pt x="12900" y="16384"/>
                    <a:pt x="15193" y="13151"/>
                  </a:cubicBezTo>
                  <a:cubicBezTo>
                    <a:pt x="17486" y="9919"/>
                    <a:pt x="19558" y="6098"/>
                    <a:pt x="20519" y="3821"/>
                  </a:cubicBezTo>
                  <a:cubicBezTo>
                    <a:pt x="21481" y="1543"/>
                    <a:pt x="21333" y="809"/>
                    <a:pt x="19780" y="368"/>
                  </a:cubicBezTo>
                  <a:cubicBezTo>
                    <a:pt x="18226" y="-73"/>
                    <a:pt x="15267" y="-220"/>
                    <a:pt x="12013" y="515"/>
                  </a:cubicBezTo>
                  <a:cubicBezTo>
                    <a:pt x="8758" y="1249"/>
                    <a:pt x="5207" y="2866"/>
                    <a:pt x="3062" y="4115"/>
                  </a:cubicBezTo>
                  <a:cubicBezTo>
                    <a:pt x="917" y="5364"/>
                    <a:pt x="177" y="6245"/>
                    <a:pt x="29" y="7053"/>
                  </a:cubicBezTo>
                  <a:cubicBezTo>
                    <a:pt x="-119" y="7862"/>
                    <a:pt x="325" y="8596"/>
                    <a:pt x="769" y="933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98" name="直线"/>
            <p:cNvSpPr/>
            <p:nvPr/>
          </p:nvSpPr>
          <p:spPr>
            <a:xfrm>
              <a:off x="607429" y="-642335"/>
              <a:ext cx="374296" cy="1137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4" h="21560" extrusionOk="0">
                  <a:moveTo>
                    <a:pt x="8028" y="1057"/>
                  </a:moveTo>
                  <a:cubicBezTo>
                    <a:pt x="7073" y="1057"/>
                    <a:pt x="6117" y="1057"/>
                    <a:pt x="6117" y="1057"/>
                  </a:cubicBezTo>
                  <a:cubicBezTo>
                    <a:pt x="6117" y="1057"/>
                    <a:pt x="7073" y="1057"/>
                    <a:pt x="8602" y="962"/>
                  </a:cubicBezTo>
                  <a:cubicBezTo>
                    <a:pt x="10131" y="866"/>
                    <a:pt x="12234" y="674"/>
                    <a:pt x="14527" y="450"/>
                  </a:cubicBezTo>
                  <a:cubicBezTo>
                    <a:pt x="16821" y="227"/>
                    <a:pt x="19306" y="-29"/>
                    <a:pt x="20453" y="3"/>
                  </a:cubicBezTo>
                  <a:cubicBezTo>
                    <a:pt x="21600" y="35"/>
                    <a:pt x="21409" y="354"/>
                    <a:pt x="20262" y="1505"/>
                  </a:cubicBezTo>
                  <a:cubicBezTo>
                    <a:pt x="19115" y="2655"/>
                    <a:pt x="17012" y="4636"/>
                    <a:pt x="15388" y="6777"/>
                  </a:cubicBezTo>
                  <a:cubicBezTo>
                    <a:pt x="13763" y="8918"/>
                    <a:pt x="12616" y="11218"/>
                    <a:pt x="11947" y="13295"/>
                  </a:cubicBezTo>
                  <a:cubicBezTo>
                    <a:pt x="11278" y="15372"/>
                    <a:pt x="11087" y="17225"/>
                    <a:pt x="10991" y="18344"/>
                  </a:cubicBezTo>
                  <a:cubicBezTo>
                    <a:pt x="10896" y="19462"/>
                    <a:pt x="10896" y="19846"/>
                    <a:pt x="10896" y="20197"/>
                  </a:cubicBezTo>
                  <a:cubicBezTo>
                    <a:pt x="10896" y="20549"/>
                    <a:pt x="10896" y="20868"/>
                    <a:pt x="10418" y="21092"/>
                  </a:cubicBezTo>
                  <a:cubicBezTo>
                    <a:pt x="9940" y="21315"/>
                    <a:pt x="8984" y="21443"/>
                    <a:pt x="7550" y="21507"/>
                  </a:cubicBezTo>
                  <a:cubicBezTo>
                    <a:pt x="6117" y="21571"/>
                    <a:pt x="4205" y="21571"/>
                    <a:pt x="2676" y="21539"/>
                  </a:cubicBezTo>
                  <a:cubicBezTo>
                    <a:pt x="1147" y="21507"/>
                    <a:pt x="0" y="21443"/>
                    <a:pt x="0" y="21411"/>
                  </a:cubicBezTo>
                  <a:cubicBezTo>
                    <a:pt x="0" y="21379"/>
                    <a:pt x="1147" y="21379"/>
                    <a:pt x="4492" y="21379"/>
                  </a:cubicBezTo>
                  <a:cubicBezTo>
                    <a:pt x="7837" y="21379"/>
                    <a:pt x="13381" y="21379"/>
                    <a:pt x="18924" y="2137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99" name="直线"/>
            <p:cNvSpPr/>
            <p:nvPr/>
          </p:nvSpPr>
          <p:spPr>
            <a:xfrm>
              <a:off x="1861472" y="-353964"/>
              <a:ext cx="281446" cy="1112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69" h="21600" extrusionOk="0">
                  <a:moveTo>
                    <a:pt x="0" y="0"/>
                  </a:moveTo>
                  <a:cubicBezTo>
                    <a:pt x="4270" y="1964"/>
                    <a:pt x="8540" y="3927"/>
                    <a:pt x="12307" y="4582"/>
                  </a:cubicBezTo>
                  <a:cubicBezTo>
                    <a:pt x="16074" y="5236"/>
                    <a:pt x="19340" y="4582"/>
                    <a:pt x="20470" y="7200"/>
                  </a:cubicBezTo>
                  <a:cubicBezTo>
                    <a:pt x="21600" y="9818"/>
                    <a:pt x="20595" y="15709"/>
                    <a:pt x="19591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00" name="直线"/>
            <p:cNvSpPr/>
            <p:nvPr/>
          </p:nvSpPr>
          <p:spPr>
            <a:xfrm>
              <a:off x="2033397" y="-283171"/>
              <a:ext cx="10114" cy="637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4000"/>
                    <a:pt x="7200" y="8000"/>
                    <a:pt x="3600" y="11600"/>
                  </a:cubicBezTo>
                  <a:cubicBezTo>
                    <a:pt x="0" y="15200"/>
                    <a:pt x="0" y="18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01" name="直线"/>
            <p:cNvSpPr/>
            <p:nvPr/>
          </p:nvSpPr>
          <p:spPr>
            <a:xfrm>
              <a:off x="1840833" y="91019"/>
              <a:ext cx="425170" cy="327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438" extrusionOk="0">
                  <a:moveTo>
                    <a:pt x="2572" y="21159"/>
                  </a:moveTo>
                  <a:cubicBezTo>
                    <a:pt x="1382" y="21380"/>
                    <a:pt x="191" y="21600"/>
                    <a:pt x="21" y="21269"/>
                  </a:cubicBezTo>
                  <a:cubicBezTo>
                    <a:pt x="-149" y="20939"/>
                    <a:pt x="701" y="20057"/>
                    <a:pt x="3423" y="16861"/>
                  </a:cubicBezTo>
                  <a:cubicBezTo>
                    <a:pt x="6144" y="13665"/>
                    <a:pt x="10736" y="8155"/>
                    <a:pt x="14053" y="4959"/>
                  </a:cubicBezTo>
                  <a:cubicBezTo>
                    <a:pt x="17369" y="1763"/>
                    <a:pt x="19410" y="882"/>
                    <a:pt x="21451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02" name="直线"/>
            <p:cNvSpPr/>
            <p:nvPr/>
          </p:nvSpPr>
          <p:spPr>
            <a:xfrm>
              <a:off x="2448040" y="-586569"/>
              <a:ext cx="455098" cy="405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78" extrusionOk="0">
                  <a:moveTo>
                    <a:pt x="0" y="14954"/>
                  </a:moveTo>
                  <a:cubicBezTo>
                    <a:pt x="3200" y="18277"/>
                    <a:pt x="6400" y="21600"/>
                    <a:pt x="10000" y="19108"/>
                  </a:cubicBezTo>
                  <a:cubicBezTo>
                    <a:pt x="13600" y="16615"/>
                    <a:pt x="17600" y="8308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03" name="直线"/>
            <p:cNvSpPr/>
            <p:nvPr/>
          </p:nvSpPr>
          <p:spPr>
            <a:xfrm>
              <a:off x="2481090" y="-495550"/>
              <a:ext cx="219782" cy="629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7" h="21451" extrusionOk="0">
                  <a:moveTo>
                    <a:pt x="21337" y="0"/>
                  </a:moveTo>
                  <a:cubicBezTo>
                    <a:pt x="15446" y="2528"/>
                    <a:pt x="9555" y="5055"/>
                    <a:pt x="5792" y="6491"/>
                  </a:cubicBezTo>
                  <a:cubicBezTo>
                    <a:pt x="2028" y="7928"/>
                    <a:pt x="392" y="8272"/>
                    <a:pt x="64" y="8215"/>
                  </a:cubicBezTo>
                  <a:cubicBezTo>
                    <a:pt x="-263" y="8157"/>
                    <a:pt x="719" y="7698"/>
                    <a:pt x="1701" y="7698"/>
                  </a:cubicBezTo>
                  <a:cubicBezTo>
                    <a:pt x="2682" y="7698"/>
                    <a:pt x="3664" y="8157"/>
                    <a:pt x="4155" y="9938"/>
                  </a:cubicBezTo>
                  <a:cubicBezTo>
                    <a:pt x="4646" y="11719"/>
                    <a:pt x="4646" y="14821"/>
                    <a:pt x="4646" y="16717"/>
                  </a:cubicBezTo>
                  <a:cubicBezTo>
                    <a:pt x="4646" y="18613"/>
                    <a:pt x="4646" y="19302"/>
                    <a:pt x="4319" y="20049"/>
                  </a:cubicBezTo>
                  <a:cubicBezTo>
                    <a:pt x="3992" y="20796"/>
                    <a:pt x="3337" y="21600"/>
                    <a:pt x="3173" y="21428"/>
                  </a:cubicBezTo>
                  <a:cubicBezTo>
                    <a:pt x="3010" y="21255"/>
                    <a:pt x="3337" y="20106"/>
                    <a:pt x="3664" y="1895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04" name="直线"/>
            <p:cNvSpPr/>
            <p:nvPr/>
          </p:nvSpPr>
          <p:spPr>
            <a:xfrm>
              <a:off x="2559286" y="-182791"/>
              <a:ext cx="269172" cy="3797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3" h="21342" extrusionOk="0">
                  <a:moveTo>
                    <a:pt x="0" y="7432"/>
                  </a:moveTo>
                  <a:cubicBezTo>
                    <a:pt x="1054" y="5537"/>
                    <a:pt x="2107" y="3642"/>
                    <a:pt x="5268" y="2316"/>
                  </a:cubicBezTo>
                  <a:cubicBezTo>
                    <a:pt x="8429" y="990"/>
                    <a:pt x="13698" y="232"/>
                    <a:pt x="16990" y="42"/>
                  </a:cubicBezTo>
                  <a:cubicBezTo>
                    <a:pt x="20283" y="-147"/>
                    <a:pt x="21600" y="232"/>
                    <a:pt x="20810" y="2600"/>
                  </a:cubicBezTo>
                  <a:cubicBezTo>
                    <a:pt x="20020" y="4969"/>
                    <a:pt x="17122" y="9327"/>
                    <a:pt x="14356" y="12548"/>
                  </a:cubicBezTo>
                  <a:cubicBezTo>
                    <a:pt x="11590" y="15769"/>
                    <a:pt x="8956" y="17853"/>
                    <a:pt x="6980" y="19179"/>
                  </a:cubicBezTo>
                  <a:cubicBezTo>
                    <a:pt x="5005" y="20506"/>
                    <a:pt x="3688" y="21074"/>
                    <a:pt x="2898" y="21264"/>
                  </a:cubicBezTo>
                  <a:cubicBezTo>
                    <a:pt x="2107" y="21453"/>
                    <a:pt x="1844" y="21264"/>
                    <a:pt x="1580" y="2107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05" name="直线"/>
            <p:cNvSpPr/>
            <p:nvPr/>
          </p:nvSpPr>
          <p:spPr>
            <a:xfrm>
              <a:off x="2498607" y="10113"/>
              <a:ext cx="141586" cy="4854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571" y="2550"/>
                    <a:pt x="19543" y="5100"/>
                    <a:pt x="15943" y="8700"/>
                  </a:cubicBezTo>
                  <a:cubicBezTo>
                    <a:pt x="12343" y="12300"/>
                    <a:pt x="6171" y="1695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06" name="直线"/>
            <p:cNvSpPr/>
            <p:nvPr/>
          </p:nvSpPr>
          <p:spPr>
            <a:xfrm>
              <a:off x="2599739" y="222491"/>
              <a:ext cx="374191" cy="1618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30" y="3150"/>
                    <a:pt x="5059" y="6300"/>
                    <a:pt x="8659" y="9900"/>
                  </a:cubicBezTo>
                  <a:cubicBezTo>
                    <a:pt x="12259" y="13500"/>
                    <a:pt x="16930" y="1755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07" name="直线"/>
            <p:cNvSpPr/>
            <p:nvPr/>
          </p:nvSpPr>
          <p:spPr>
            <a:xfrm>
              <a:off x="3317779" y="-374191"/>
              <a:ext cx="20228" cy="7180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000" y="3651"/>
                    <a:pt x="14400" y="7301"/>
                    <a:pt x="10800" y="10901"/>
                  </a:cubicBezTo>
                  <a:cubicBezTo>
                    <a:pt x="7200" y="14501"/>
                    <a:pt x="3600" y="1805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08" name="直线"/>
            <p:cNvSpPr/>
            <p:nvPr/>
          </p:nvSpPr>
          <p:spPr>
            <a:xfrm>
              <a:off x="3297553" y="-628964"/>
              <a:ext cx="370820" cy="10233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0" extrusionOk="0">
                  <a:moveTo>
                    <a:pt x="0" y="1320"/>
                  </a:moveTo>
                  <a:cubicBezTo>
                    <a:pt x="4713" y="965"/>
                    <a:pt x="9425" y="609"/>
                    <a:pt x="12469" y="361"/>
                  </a:cubicBezTo>
                  <a:cubicBezTo>
                    <a:pt x="15513" y="112"/>
                    <a:pt x="16887" y="-30"/>
                    <a:pt x="17967" y="6"/>
                  </a:cubicBezTo>
                  <a:cubicBezTo>
                    <a:pt x="19047" y="41"/>
                    <a:pt x="19833" y="254"/>
                    <a:pt x="20225" y="716"/>
                  </a:cubicBezTo>
                  <a:cubicBezTo>
                    <a:pt x="20618" y="1178"/>
                    <a:pt x="20618" y="1888"/>
                    <a:pt x="20716" y="3594"/>
                  </a:cubicBezTo>
                  <a:cubicBezTo>
                    <a:pt x="20815" y="5299"/>
                    <a:pt x="21011" y="7999"/>
                    <a:pt x="21207" y="10663"/>
                  </a:cubicBezTo>
                  <a:cubicBezTo>
                    <a:pt x="21404" y="13328"/>
                    <a:pt x="21600" y="15957"/>
                    <a:pt x="21600" y="17769"/>
                  </a:cubicBezTo>
                  <a:cubicBezTo>
                    <a:pt x="21600" y="19581"/>
                    <a:pt x="21404" y="20575"/>
                    <a:pt x="21207" y="2157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09" name="直线"/>
            <p:cNvSpPr/>
            <p:nvPr/>
          </p:nvSpPr>
          <p:spPr>
            <a:xfrm>
              <a:off x="3378459" y="-293285"/>
              <a:ext cx="252832" cy="707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896" y="16457"/>
                    <a:pt x="9792" y="11314"/>
                    <a:pt x="13392" y="7714"/>
                  </a:cubicBezTo>
                  <a:cubicBezTo>
                    <a:pt x="16992" y="4114"/>
                    <a:pt x="19296" y="205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10" name="直线"/>
            <p:cNvSpPr/>
            <p:nvPr/>
          </p:nvSpPr>
          <p:spPr>
            <a:xfrm>
              <a:off x="3408799" y="-30340"/>
              <a:ext cx="151700" cy="404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11" name="直线"/>
            <p:cNvSpPr/>
            <p:nvPr/>
          </p:nvSpPr>
          <p:spPr>
            <a:xfrm>
              <a:off x="3382171" y="232604"/>
              <a:ext cx="239007" cy="145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0" h="21155" extrusionOk="0">
                  <a:moveTo>
                    <a:pt x="4170" y="8836"/>
                  </a:moveTo>
                  <a:cubicBezTo>
                    <a:pt x="3270" y="11291"/>
                    <a:pt x="2370" y="13745"/>
                    <a:pt x="1470" y="15955"/>
                  </a:cubicBezTo>
                  <a:cubicBezTo>
                    <a:pt x="570" y="18164"/>
                    <a:pt x="-330" y="20127"/>
                    <a:pt x="120" y="20864"/>
                  </a:cubicBezTo>
                  <a:cubicBezTo>
                    <a:pt x="570" y="21600"/>
                    <a:pt x="2370" y="21109"/>
                    <a:pt x="6120" y="17427"/>
                  </a:cubicBezTo>
                  <a:cubicBezTo>
                    <a:pt x="9870" y="13745"/>
                    <a:pt x="15570" y="6873"/>
                    <a:pt x="2127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12" name="直线"/>
            <p:cNvSpPr/>
            <p:nvPr/>
          </p:nvSpPr>
          <p:spPr>
            <a:xfrm>
              <a:off x="4511143" y="-728154"/>
              <a:ext cx="335540" cy="285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1052" extrusionOk="0">
                  <a:moveTo>
                    <a:pt x="0" y="0"/>
                  </a:moveTo>
                  <a:cubicBezTo>
                    <a:pt x="864" y="3972"/>
                    <a:pt x="1728" y="7945"/>
                    <a:pt x="2484" y="11297"/>
                  </a:cubicBezTo>
                  <a:cubicBezTo>
                    <a:pt x="3240" y="14648"/>
                    <a:pt x="3888" y="17379"/>
                    <a:pt x="4644" y="19117"/>
                  </a:cubicBezTo>
                  <a:cubicBezTo>
                    <a:pt x="5400" y="20855"/>
                    <a:pt x="6264" y="21600"/>
                    <a:pt x="8640" y="20607"/>
                  </a:cubicBezTo>
                  <a:cubicBezTo>
                    <a:pt x="11016" y="19614"/>
                    <a:pt x="14904" y="16883"/>
                    <a:pt x="17496" y="15021"/>
                  </a:cubicBezTo>
                  <a:cubicBezTo>
                    <a:pt x="20088" y="13159"/>
                    <a:pt x="21384" y="12166"/>
                    <a:pt x="21492" y="12414"/>
                  </a:cubicBezTo>
                  <a:cubicBezTo>
                    <a:pt x="21600" y="12662"/>
                    <a:pt x="20520" y="14152"/>
                    <a:pt x="19548" y="15393"/>
                  </a:cubicBezTo>
                  <a:cubicBezTo>
                    <a:pt x="18576" y="16634"/>
                    <a:pt x="17712" y="17628"/>
                    <a:pt x="16848" y="1862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13" name="直线"/>
            <p:cNvSpPr/>
            <p:nvPr/>
          </p:nvSpPr>
          <p:spPr>
            <a:xfrm>
              <a:off x="4413732" y="-313511"/>
              <a:ext cx="683980" cy="3040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3" h="21178" extrusionOk="0">
                  <a:moveTo>
                    <a:pt x="1789" y="15496"/>
                  </a:moveTo>
                  <a:cubicBezTo>
                    <a:pt x="1365" y="16200"/>
                    <a:pt x="942" y="16904"/>
                    <a:pt x="571" y="17843"/>
                  </a:cubicBezTo>
                  <a:cubicBezTo>
                    <a:pt x="201" y="18783"/>
                    <a:pt x="-117" y="19957"/>
                    <a:pt x="42" y="20661"/>
                  </a:cubicBezTo>
                  <a:cubicBezTo>
                    <a:pt x="201" y="21365"/>
                    <a:pt x="836" y="21600"/>
                    <a:pt x="2742" y="19722"/>
                  </a:cubicBezTo>
                  <a:cubicBezTo>
                    <a:pt x="4648" y="17843"/>
                    <a:pt x="7824" y="13852"/>
                    <a:pt x="10895" y="10330"/>
                  </a:cubicBezTo>
                  <a:cubicBezTo>
                    <a:pt x="13965" y="6809"/>
                    <a:pt x="16930" y="3757"/>
                    <a:pt x="18677" y="2113"/>
                  </a:cubicBezTo>
                  <a:cubicBezTo>
                    <a:pt x="20424" y="470"/>
                    <a:pt x="20954" y="235"/>
                    <a:pt x="21218" y="117"/>
                  </a:cubicBezTo>
                  <a:cubicBezTo>
                    <a:pt x="21483" y="0"/>
                    <a:pt x="21483" y="0"/>
                    <a:pt x="21483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14" name="直线"/>
            <p:cNvSpPr/>
            <p:nvPr/>
          </p:nvSpPr>
          <p:spPr>
            <a:xfrm>
              <a:off x="4604205" y="-647248"/>
              <a:ext cx="139543" cy="1110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8" h="21569" extrusionOk="0">
                  <a:moveTo>
                    <a:pt x="21288" y="0"/>
                  </a:moveTo>
                  <a:cubicBezTo>
                    <a:pt x="21288" y="2553"/>
                    <a:pt x="21288" y="5105"/>
                    <a:pt x="19231" y="7625"/>
                  </a:cubicBezTo>
                  <a:cubicBezTo>
                    <a:pt x="17174" y="10145"/>
                    <a:pt x="13059" y="12633"/>
                    <a:pt x="9459" y="14825"/>
                  </a:cubicBezTo>
                  <a:cubicBezTo>
                    <a:pt x="5859" y="17018"/>
                    <a:pt x="2774" y="18916"/>
                    <a:pt x="1231" y="20062"/>
                  </a:cubicBezTo>
                  <a:cubicBezTo>
                    <a:pt x="-312" y="21207"/>
                    <a:pt x="-312" y="21600"/>
                    <a:pt x="717" y="21567"/>
                  </a:cubicBezTo>
                  <a:cubicBezTo>
                    <a:pt x="1745" y="21535"/>
                    <a:pt x="3802" y="21076"/>
                    <a:pt x="5859" y="2061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15" name="直线"/>
            <p:cNvSpPr/>
            <p:nvPr/>
          </p:nvSpPr>
          <p:spPr>
            <a:xfrm>
              <a:off x="4763077" y="-1"/>
              <a:ext cx="324522" cy="187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7" h="21120" extrusionOk="0">
                  <a:moveTo>
                    <a:pt x="728" y="0"/>
                  </a:moveTo>
                  <a:cubicBezTo>
                    <a:pt x="282" y="4547"/>
                    <a:pt x="-163" y="9095"/>
                    <a:pt x="60" y="13074"/>
                  </a:cubicBezTo>
                  <a:cubicBezTo>
                    <a:pt x="282" y="17053"/>
                    <a:pt x="1173" y="20463"/>
                    <a:pt x="4513" y="21032"/>
                  </a:cubicBezTo>
                  <a:cubicBezTo>
                    <a:pt x="7853" y="21600"/>
                    <a:pt x="13643" y="19326"/>
                    <a:pt x="16872" y="17242"/>
                  </a:cubicBezTo>
                  <a:cubicBezTo>
                    <a:pt x="20101" y="15158"/>
                    <a:pt x="20769" y="13263"/>
                    <a:pt x="21437" y="1136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16" name="直线"/>
            <p:cNvSpPr/>
            <p:nvPr/>
          </p:nvSpPr>
          <p:spPr>
            <a:xfrm>
              <a:off x="4045933" y="-394417"/>
              <a:ext cx="91021" cy="1"/>
            </a:xfrm>
            <a:prstGeom prst="ellipse">
              <a:avLst/>
            </a:pr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17" name="直线"/>
            <p:cNvSpPr/>
            <p:nvPr/>
          </p:nvSpPr>
          <p:spPr>
            <a:xfrm>
              <a:off x="4126839" y="-91020"/>
              <a:ext cx="348744" cy="606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81" h="21600" extrusionOk="0">
                  <a:moveTo>
                    <a:pt x="0" y="0"/>
                  </a:moveTo>
                  <a:cubicBezTo>
                    <a:pt x="2038" y="120"/>
                    <a:pt x="4075" y="240"/>
                    <a:pt x="5502" y="960"/>
                  </a:cubicBezTo>
                  <a:cubicBezTo>
                    <a:pt x="6928" y="1680"/>
                    <a:pt x="7743" y="3000"/>
                    <a:pt x="7845" y="4380"/>
                  </a:cubicBezTo>
                  <a:cubicBezTo>
                    <a:pt x="7947" y="5760"/>
                    <a:pt x="7336" y="7200"/>
                    <a:pt x="7132" y="8220"/>
                  </a:cubicBezTo>
                  <a:cubicBezTo>
                    <a:pt x="6928" y="9240"/>
                    <a:pt x="7132" y="9840"/>
                    <a:pt x="8253" y="10380"/>
                  </a:cubicBezTo>
                  <a:cubicBezTo>
                    <a:pt x="9374" y="10920"/>
                    <a:pt x="11411" y="11400"/>
                    <a:pt x="13653" y="12120"/>
                  </a:cubicBezTo>
                  <a:cubicBezTo>
                    <a:pt x="15894" y="12840"/>
                    <a:pt x="18340" y="13800"/>
                    <a:pt x="19766" y="14580"/>
                  </a:cubicBezTo>
                  <a:cubicBezTo>
                    <a:pt x="21192" y="15360"/>
                    <a:pt x="21600" y="15960"/>
                    <a:pt x="20275" y="17100"/>
                  </a:cubicBezTo>
                  <a:cubicBezTo>
                    <a:pt x="18951" y="18240"/>
                    <a:pt x="15894" y="19920"/>
                    <a:pt x="12838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18" name="直线"/>
            <p:cNvSpPr/>
            <p:nvPr/>
          </p:nvSpPr>
          <p:spPr>
            <a:xfrm>
              <a:off x="4207745" y="556228"/>
              <a:ext cx="1203478" cy="1415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876" y="514"/>
                    <a:pt x="3751" y="1029"/>
                    <a:pt x="5808" y="2057"/>
                  </a:cubicBezTo>
                  <a:cubicBezTo>
                    <a:pt x="7866" y="3086"/>
                    <a:pt x="10104" y="4629"/>
                    <a:pt x="12192" y="6171"/>
                  </a:cubicBezTo>
                  <a:cubicBezTo>
                    <a:pt x="14279" y="7714"/>
                    <a:pt x="16215" y="9257"/>
                    <a:pt x="17758" y="11829"/>
                  </a:cubicBezTo>
                  <a:cubicBezTo>
                    <a:pt x="19301" y="14400"/>
                    <a:pt x="20450" y="180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19" name="直线"/>
            <p:cNvSpPr/>
            <p:nvPr/>
          </p:nvSpPr>
          <p:spPr>
            <a:xfrm>
              <a:off x="5593260" y="-465210"/>
              <a:ext cx="131474" cy="2224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538" y="5564"/>
                    <a:pt x="11077" y="11127"/>
                    <a:pt x="14677" y="14727"/>
                  </a:cubicBezTo>
                  <a:cubicBezTo>
                    <a:pt x="18277" y="18327"/>
                    <a:pt x="19938" y="19964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20" name="直线"/>
            <p:cNvSpPr/>
            <p:nvPr/>
          </p:nvSpPr>
          <p:spPr>
            <a:xfrm>
              <a:off x="5744959" y="-625173"/>
              <a:ext cx="203425" cy="3420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89" h="21275" extrusionOk="0">
                  <a:moveTo>
                    <a:pt x="3086" y="1772"/>
                  </a:moveTo>
                  <a:cubicBezTo>
                    <a:pt x="5143" y="724"/>
                    <a:pt x="7200" y="-325"/>
                    <a:pt x="10457" y="94"/>
                  </a:cubicBezTo>
                  <a:cubicBezTo>
                    <a:pt x="13714" y="514"/>
                    <a:pt x="18171" y="2401"/>
                    <a:pt x="19886" y="4393"/>
                  </a:cubicBezTo>
                  <a:cubicBezTo>
                    <a:pt x="21600" y="6386"/>
                    <a:pt x="20571" y="8483"/>
                    <a:pt x="16800" y="11314"/>
                  </a:cubicBezTo>
                  <a:cubicBezTo>
                    <a:pt x="13029" y="14145"/>
                    <a:pt x="6514" y="17710"/>
                    <a:pt x="0" y="2127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21" name="直线"/>
            <p:cNvSpPr/>
            <p:nvPr/>
          </p:nvSpPr>
          <p:spPr>
            <a:xfrm>
              <a:off x="5684279" y="-465210"/>
              <a:ext cx="151701" cy="303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22" name="直线"/>
            <p:cNvSpPr/>
            <p:nvPr/>
          </p:nvSpPr>
          <p:spPr>
            <a:xfrm>
              <a:off x="5674166" y="-353964"/>
              <a:ext cx="171926" cy="80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23" name="直线"/>
            <p:cNvSpPr/>
            <p:nvPr/>
          </p:nvSpPr>
          <p:spPr>
            <a:xfrm>
              <a:off x="5522467" y="-174629"/>
              <a:ext cx="556230" cy="4087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20" extrusionOk="0">
                  <a:moveTo>
                    <a:pt x="0" y="11114"/>
                  </a:moveTo>
                  <a:cubicBezTo>
                    <a:pt x="4058" y="7804"/>
                    <a:pt x="8116" y="4494"/>
                    <a:pt x="10865" y="2491"/>
                  </a:cubicBezTo>
                  <a:cubicBezTo>
                    <a:pt x="13615" y="488"/>
                    <a:pt x="15055" y="-209"/>
                    <a:pt x="15316" y="52"/>
                  </a:cubicBezTo>
                  <a:cubicBezTo>
                    <a:pt x="15578" y="314"/>
                    <a:pt x="14662" y="1533"/>
                    <a:pt x="13615" y="3797"/>
                  </a:cubicBezTo>
                  <a:cubicBezTo>
                    <a:pt x="12567" y="6062"/>
                    <a:pt x="11389" y="9372"/>
                    <a:pt x="10538" y="11985"/>
                  </a:cubicBezTo>
                  <a:cubicBezTo>
                    <a:pt x="9687" y="14597"/>
                    <a:pt x="9164" y="16514"/>
                    <a:pt x="8902" y="17907"/>
                  </a:cubicBezTo>
                  <a:cubicBezTo>
                    <a:pt x="8640" y="19301"/>
                    <a:pt x="8640" y="20172"/>
                    <a:pt x="9033" y="20694"/>
                  </a:cubicBezTo>
                  <a:cubicBezTo>
                    <a:pt x="9425" y="21217"/>
                    <a:pt x="10211" y="21391"/>
                    <a:pt x="11585" y="20433"/>
                  </a:cubicBezTo>
                  <a:cubicBezTo>
                    <a:pt x="12960" y="19475"/>
                    <a:pt x="14924" y="17385"/>
                    <a:pt x="16364" y="15730"/>
                  </a:cubicBezTo>
                  <a:cubicBezTo>
                    <a:pt x="17804" y="14075"/>
                    <a:pt x="18720" y="12856"/>
                    <a:pt x="19505" y="12072"/>
                  </a:cubicBezTo>
                  <a:cubicBezTo>
                    <a:pt x="20291" y="11288"/>
                    <a:pt x="20945" y="10939"/>
                    <a:pt x="21273" y="10852"/>
                  </a:cubicBezTo>
                  <a:cubicBezTo>
                    <a:pt x="21600" y="10765"/>
                    <a:pt x="21600" y="10939"/>
                    <a:pt x="21600" y="1111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24" name="直线"/>
            <p:cNvSpPr/>
            <p:nvPr/>
          </p:nvSpPr>
          <p:spPr>
            <a:xfrm>
              <a:off x="5492128" y="131472"/>
              <a:ext cx="192152" cy="4045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568" y="1800"/>
                    <a:pt x="15537" y="3600"/>
                    <a:pt x="11937" y="7200"/>
                  </a:cubicBezTo>
                  <a:cubicBezTo>
                    <a:pt x="8337" y="10800"/>
                    <a:pt x="4168" y="16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25" name="直线"/>
            <p:cNvSpPr/>
            <p:nvPr/>
          </p:nvSpPr>
          <p:spPr>
            <a:xfrm>
              <a:off x="5674166" y="313510"/>
              <a:ext cx="869741" cy="3438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423" y="2541"/>
                    <a:pt x="2847" y="5082"/>
                    <a:pt x="4647" y="6988"/>
                  </a:cubicBezTo>
                  <a:cubicBezTo>
                    <a:pt x="6447" y="8894"/>
                    <a:pt x="8623" y="10165"/>
                    <a:pt x="11093" y="12071"/>
                  </a:cubicBezTo>
                  <a:cubicBezTo>
                    <a:pt x="13563" y="13976"/>
                    <a:pt x="16326" y="16518"/>
                    <a:pt x="18126" y="18212"/>
                  </a:cubicBezTo>
                  <a:cubicBezTo>
                    <a:pt x="19926" y="19906"/>
                    <a:pt x="20763" y="20753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26" name="直线"/>
            <p:cNvSpPr/>
            <p:nvPr/>
          </p:nvSpPr>
          <p:spPr>
            <a:xfrm>
              <a:off x="6109036" y="-677588"/>
              <a:ext cx="495550" cy="1820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143" y="16400"/>
                    <a:pt x="10286" y="11200"/>
                    <a:pt x="13886" y="7600"/>
                  </a:cubicBezTo>
                  <a:cubicBezTo>
                    <a:pt x="17486" y="4000"/>
                    <a:pt x="19543" y="20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27" name="直线"/>
            <p:cNvSpPr/>
            <p:nvPr/>
          </p:nvSpPr>
          <p:spPr>
            <a:xfrm>
              <a:off x="6194855" y="-495550"/>
              <a:ext cx="237806" cy="5617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426" extrusionOk="0">
                  <a:moveTo>
                    <a:pt x="21461" y="0"/>
                  </a:moveTo>
                  <a:cubicBezTo>
                    <a:pt x="16289" y="2314"/>
                    <a:pt x="11117" y="4629"/>
                    <a:pt x="7923" y="6043"/>
                  </a:cubicBezTo>
                  <a:cubicBezTo>
                    <a:pt x="4729" y="7457"/>
                    <a:pt x="3512" y="7971"/>
                    <a:pt x="2295" y="8486"/>
                  </a:cubicBezTo>
                  <a:cubicBezTo>
                    <a:pt x="1078" y="9000"/>
                    <a:pt x="-139" y="9514"/>
                    <a:pt x="13" y="9386"/>
                  </a:cubicBezTo>
                  <a:cubicBezTo>
                    <a:pt x="165" y="9257"/>
                    <a:pt x="1686" y="8486"/>
                    <a:pt x="2903" y="8357"/>
                  </a:cubicBezTo>
                  <a:cubicBezTo>
                    <a:pt x="4120" y="8229"/>
                    <a:pt x="5033" y="8743"/>
                    <a:pt x="5489" y="10671"/>
                  </a:cubicBezTo>
                  <a:cubicBezTo>
                    <a:pt x="5946" y="12600"/>
                    <a:pt x="5946" y="15943"/>
                    <a:pt x="5641" y="18064"/>
                  </a:cubicBezTo>
                  <a:cubicBezTo>
                    <a:pt x="5337" y="20186"/>
                    <a:pt x="4729" y="21086"/>
                    <a:pt x="4120" y="21343"/>
                  </a:cubicBezTo>
                  <a:cubicBezTo>
                    <a:pt x="3512" y="21600"/>
                    <a:pt x="2903" y="21214"/>
                    <a:pt x="2295" y="2082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28" name="直线"/>
            <p:cNvSpPr/>
            <p:nvPr/>
          </p:nvSpPr>
          <p:spPr>
            <a:xfrm>
              <a:off x="6260735" y="-255828"/>
              <a:ext cx="392155" cy="3670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4" h="21382" extrusionOk="0">
                  <a:moveTo>
                    <a:pt x="0" y="10189"/>
                  </a:moveTo>
                  <a:cubicBezTo>
                    <a:pt x="2197" y="7833"/>
                    <a:pt x="4393" y="5477"/>
                    <a:pt x="7414" y="3709"/>
                  </a:cubicBezTo>
                  <a:cubicBezTo>
                    <a:pt x="10434" y="1942"/>
                    <a:pt x="14278" y="764"/>
                    <a:pt x="16658" y="273"/>
                  </a:cubicBezTo>
                  <a:cubicBezTo>
                    <a:pt x="19037" y="-218"/>
                    <a:pt x="19953" y="-22"/>
                    <a:pt x="20593" y="666"/>
                  </a:cubicBezTo>
                  <a:cubicBezTo>
                    <a:pt x="21234" y="1353"/>
                    <a:pt x="21600" y="2531"/>
                    <a:pt x="20959" y="5280"/>
                  </a:cubicBezTo>
                  <a:cubicBezTo>
                    <a:pt x="20319" y="8029"/>
                    <a:pt x="18671" y="12349"/>
                    <a:pt x="17024" y="15295"/>
                  </a:cubicBezTo>
                  <a:cubicBezTo>
                    <a:pt x="15376" y="18240"/>
                    <a:pt x="13729" y="19811"/>
                    <a:pt x="12081" y="2138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29" name="直线"/>
            <p:cNvSpPr/>
            <p:nvPr/>
          </p:nvSpPr>
          <p:spPr>
            <a:xfrm>
              <a:off x="6301187" y="-20227"/>
              <a:ext cx="202266" cy="313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640" y="4413"/>
                    <a:pt x="13680" y="8826"/>
                    <a:pt x="10080" y="12426"/>
                  </a:cubicBezTo>
                  <a:cubicBezTo>
                    <a:pt x="6480" y="16026"/>
                    <a:pt x="3240" y="1881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0" name="直线"/>
            <p:cNvSpPr/>
            <p:nvPr/>
          </p:nvSpPr>
          <p:spPr>
            <a:xfrm>
              <a:off x="6463000" y="192151"/>
              <a:ext cx="303398" cy="91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6000" y="4800"/>
                    <a:pt x="12000" y="9600"/>
                    <a:pt x="15600" y="13200"/>
                  </a:cubicBezTo>
                  <a:cubicBezTo>
                    <a:pt x="19200" y="16800"/>
                    <a:pt x="20400" y="192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1" name="直线"/>
            <p:cNvSpPr/>
            <p:nvPr/>
          </p:nvSpPr>
          <p:spPr>
            <a:xfrm>
              <a:off x="-159832" y="2111678"/>
              <a:ext cx="23276" cy="680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6" h="21504" extrusionOk="0">
                  <a:moveTo>
                    <a:pt x="14995" y="684"/>
                  </a:moveTo>
                  <a:cubicBezTo>
                    <a:pt x="11068" y="294"/>
                    <a:pt x="7141" y="-96"/>
                    <a:pt x="5177" y="21"/>
                  </a:cubicBezTo>
                  <a:cubicBezTo>
                    <a:pt x="3213" y="138"/>
                    <a:pt x="3213" y="762"/>
                    <a:pt x="2231" y="2672"/>
                  </a:cubicBezTo>
                  <a:cubicBezTo>
                    <a:pt x="1250" y="4583"/>
                    <a:pt x="-714" y="7780"/>
                    <a:pt x="268" y="10821"/>
                  </a:cubicBezTo>
                  <a:cubicBezTo>
                    <a:pt x="1250" y="13862"/>
                    <a:pt x="5177" y="16747"/>
                    <a:pt x="9104" y="18502"/>
                  </a:cubicBezTo>
                  <a:cubicBezTo>
                    <a:pt x="13031" y="20256"/>
                    <a:pt x="16959" y="20880"/>
                    <a:pt x="20886" y="2150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2" name="直线"/>
            <p:cNvSpPr/>
            <p:nvPr/>
          </p:nvSpPr>
          <p:spPr>
            <a:xfrm>
              <a:off x="-136557" y="1866779"/>
              <a:ext cx="19696" cy="7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3" name="直线"/>
            <p:cNvSpPr/>
            <p:nvPr/>
          </p:nvSpPr>
          <p:spPr>
            <a:xfrm>
              <a:off x="224506" y="1895813"/>
              <a:ext cx="294930" cy="844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4" h="21487" extrusionOk="0">
                  <a:moveTo>
                    <a:pt x="0" y="3029"/>
                  </a:moveTo>
                  <a:cubicBezTo>
                    <a:pt x="4960" y="2087"/>
                    <a:pt x="9920" y="1145"/>
                    <a:pt x="13200" y="611"/>
                  </a:cubicBezTo>
                  <a:cubicBezTo>
                    <a:pt x="16480" y="78"/>
                    <a:pt x="18080" y="-48"/>
                    <a:pt x="19200" y="15"/>
                  </a:cubicBezTo>
                  <a:cubicBezTo>
                    <a:pt x="20320" y="78"/>
                    <a:pt x="20960" y="329"/>
                    <a:pt x="21280" y="1302"/>
                  </a:cubicBezTo>
                  <a:cubicBezTo>
                    <a:pt x="21600" y="2275"/>
                    <a:pt x="21600" y="3971"/>
                    <a:pt x="21520" y="5949"/>
                  </a:cubicBezTo>
                  <a:cubicBezTo>
                    <a:pt x="21440" y="7926"/>
                    <a:pt x="21280" y="10187"/>
                    <a:pt x="21200" y="12385"/>
                  </a:cubicBezTo>
                  <a:cubicBezTo>
                    <a:pt x="21120" y="14582"/>
                    <a:pt x="21120" y="16717"/>
                    <a:pt x="21040" y="18193"/>
                  </a:cubicBezTo>
                  <a:cubicBezTo>
                    <a:pt x="20960" y="19668"/>
                    <a:pt x="20800" y="20485"/>
                    <a:pt x="20320" y="20955"/>
                  </a:cubicBezTo>
                  <a:cubicBezTo>
                    <a:pt x="19840" y="21426"/>
                    <a:pt x="19040" y="21552"/>
                    <a:pt x="18320" y="21458"/>
                  </a:cubicBezTo>
                  <a:cubicBezTo>
                    <a:pt x="17600" y="21364"/>
                    <a:pt x="16960" y="21050"/>
                    <a:pt x="16320" y="2073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4" name="直线"/>
            <p:cNvSpPr/>
            <p:nvPr/>
          </p:nvSpPr>
          <p:spPr>
            <a:xfrm>
              <a:off x="53822" y="2288650"/>
              <a:ext cx="156087" cy="288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6" h="21249" extrusionOk="0">
                  <a:moveTo>
                    <a:pt x="0" y="2190"/>
                  </a:moveTo>
                  <a:cubicBezTo>
                    <a:pt x="2663" y="5094"/>
                    <a:pt x="5326" y="7999"/>
                    <a:pt x="7101" y="9814"/>
                  </a:cubicBezTo>
                  <a:cubicBezTo>
                    <a:pt x="8877" y="11629"/>
                    <a:pt x="9764" y="12355"/>
                    <a:pt x="10356" y="12264"/>
                  </a:cubicBezTo>
                  <a:cubicBezTo>
                    <a:pt x="10948" y="12173"/>
                    <a:pt x="11244" y="11266"/>
                    <a:pt x="11836" y="9541"/>
                  </a:cubicBezTo>
                  <a:cubicBezTo>
                    <a:pt x="12427" y="7817"/>
                    <a:pt x="13315" y="5276"/>
                    <a:pt x="14055" y="3552"/>
                  </a:cubicBezTo>
                  <a:cubicBezTo>
                    <a:pt x="14795" y="1827"/>
                    <a:pt x="15386" y="920"/>
                    <a:pt x="16422" y="375"/>
                  </a:cubicBezTo>
                  <a:cubicBezTo>
                    <a:pt x="17458" y="-169"/>
                    <a:pt x="18937" y="-351"/>
                    <a:pt x="19973" y="1464"/>
                  </a:cubicBezTo>
                  <a:cubicBezTo>
                    <a:pt x="21008" y="3279"/>
                    <a:pt x="21600" y="7091"/>
                    <a:pt x="20564" y="10721"/>
                  </a:cubicBezTo>
                  <a:cubicBezTo>
                    <a:pt x="19529" y="14352"/>
                    <a:pt x="16866" y="17800"/>
                    <a:pt x="14203" y="2124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5" name="直线"/>
            <p:cNvSpPr/>
            <p:nvPr/>
          </p:nvSpPr>
          <p:spPr>
            <a:xfrm>
              <a:off x="775948" y="1866478"/>
              <a:ext cx="72213" cy="296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43" extrusionOk="0">
                  <a:moveTo>
                    <a:pt x="0" y="2699"/>
                  </a:moveTo>
                  <a:cubicBezTo>
                    <a:pt x="1964" y="1450"/>
                    <a:pt x="3927" y="200"/>
                    <a:pt x="5891" y="22"/>
                  </a:cubicBezTo>
                  <a:cubicBezTo>
                    <a:pt x="7855" y="-157"/>
                    <a:pt x="9818" y="736"/>
                    <a:pt x="11782" y="3681"/>
                  </a:cubicBezTo>
                  <a:cubicBezTo>
                    <a:pt x="13745" y="6626"/>
                    <a:pt x="15709" y="11625"/>
                    <a:pt x="17345" y="14927"/>
                  </a:cubicBezTo>
                  <a:cubicBezTo>
                    <a:pt x="18982" y="18230"/>
                    <a:pt x="20291" y="19836"/>
                    <a:pt x="21600" y="2144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6" name="直线"/>
            <p:cNvSpPr/>
            <p:nvPr/>
          </p:nvSpPr>
          <p:spPr>
            <a:xfrm>
              <a:off x="861290" y="1778528"/>
              <a:ext cx="125010" cy="2733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360" extrusionOk="0">
                  <a:moveTo>
                    <a:pt x="0" y="5739"/>
                  </a:moveTo>
                  <a:cubicBezTo>
                    <a:pt x="2607" y="4003"/>
                    <a:pt x="5214" y="2267"/>
                    <a:pt x="7821" y="1206"/>
                  </a:cubicBezTo>
                  <a:cubicBezTo>
                    <a:pt x="10428" y="146"/>
                    <a:pt x="13034" y="-240"/>
                    <a:pt x="15641" y="146"/>
                  </a:cubicBezTo>
                  <a:cubicBezTo>
                    <a:pt x="18248" y="531"/>
                    <a:pt x="20855" y="1689"/>
                    <a:pt x="21228" y="3810"/>
                  </a:cubicBezTo>
                  <a:cubicBezTo>
                    <a:pt x="21600" y="5931"/>
                    <a:pt x="19738" y="9017"/>
                    <a:pt x="16945" y="12103"/>
                  </a:cubicBezTo>
                  <a:cubicBezTo>
                    <a:pt x="14152" y="15189"/>
                    <a:pt x="10428" y="18274"/>
                    <a:pt x="6703" y="2136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7" name="直线"/>
            <p:cNvSpPr/>
            <p:nvPr/>
          </p:nvSpPr>
          <p:spPr>
            <a:xfrm>
              <a:off x="841595" y="1955627"/>
              <a:ext cx="65649" cy="14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8" name="直线"/>
            <p:cNvSpPr/>
            <p:nvPr/>
          </p:nvSpPr>
          <p:spPr>
            <a:xfrm>
              <a:off x="815336" y="2140728"/>
              <a:ext cx="78779" cy="51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9" name="直线"/>
            <p:cNvSpPr/>
            <p:nvPr/>
          </p:nvSpPr>
          <p:spPr>
            <a:xfrm>
              <a:off x="657782" y="2268611"/>
              <a:ext cx="485794" cy="379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2" extrusionOk="0">
                  <a:moveTo>
                    <a:pt x="0" y="11592"/>
                  </a:moveTo>
                  <a:cubicBezTo>
                    <a:pt x="1946" y="10059"/>
                    <a:pt x="3892" y="8526"/>
                    <a:pt x="5741" y="6714"/>
                  </a:cubicBezTo>
                  <a:cubicBezTo>
                    <a:pt x="7589" y="4903"/>
                    <a:pt x="9341" y="2812"/>
                    <a:pt x="10654" y="1558"/>
                  </a:cubicBezTo>
                  <a:cubicBezTo>
                    <a:pt x="11968" y="304"/>
                    <a:pt x="12843" y="-114"/>
                    <a:pt x="13281" y="25"/>
                  </a:cubicBezTo>
                  <a:cubicBezTo>
                    <a:pt x="13719" y="165"/>
                    <a:pt x="13719" y="861"/>
                    <a:pt x="13184" y="2534"/>
                  </a:cubicBezTo>
                  <a:cubicBezTo>
                    <a:pt x="12649" y="4206"/>
                    <a:pt x="11578" y="6854"/>
                    <a:pt x="10654" y="9920"/>
                  </a:cubicBezTo>
                  <a:cubicBezTo>
                    <a:pt x="9730" y="12985"/>
                    <a:pt x="8951" y="16469"/>
                    <a:pt x="8562" y="18560"/>
                  </a:cubicBezTo>
                  <a:cubicBezTo>
                    <a:pt x="8173" y="20650"/>
                    <a:pt x="8173" y="21347"/>
                    <a:pt x="8416" y="21416"/>
                  </a:cubicBezTo>
                  <a:cubicBezTo>
                    <a:pt x="8659" y="21486"/>
                    <a:pt x="9146" y="20929"/>
                    <a:pt x="10800" y="18978"/>
                  </a:cubicBezTo>
                  <a:cubicBezTo>
                    <a:pt x="12454" y="17027"/>
                    <a:pt x="15276" y="13682"/>
                    <a:pt x="17270" y="11243"/>
                  </a:cubicBezTo>
                  <a:cubicBezTo>
                    <a:pt x="19265" y="8805"/>
                    <a:pt x="20432" y="7272"/>
                    <a:pt x="21600" y="573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40" name="直线"/>
            <p:cNvSpPr/>
            <p:nvPr/>
          </p:nvSpPr>
          <p:spPr>
            <a:xfrm>
              <a:off x="663799" y="2570161"/>
              <a:ext cx="144974" cy="310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8" h="21600" extrusionOk="0">
                  <a:moveTo>
                    <a:pt x="21358" y="0"/>
                  </a:moveTo>
                  <a:cubicBezTo>
                    <a:pt x="17167" y="3429"/>
                    <a:pt x="12976" y="6857"/>
                    <a:pt x="9591" y="9943"/>
                  </a:cubicBezTo>
                  <a:cubicBezTo>
                    <a:pt x="6206" y="13029"/>
                    <a:pt x="3627" y="15771"/>
                    <a:pt x="2015" y="17657"/>
                  </a:cubicBezTo>
                  <a:cubicBezTo>
                    <a:pt x="403" y="19543"/>
                    <a:pt x="-242" y="20571"/>
                    <a:pt x="80" y="21086"/>
                  </a:cubicBezTo>
                  <a:cubicBezTo>
                    <a:pt x="403" y="21600"/>
                    <a:pt x="1692" y="21600"/>
                    <a:pt x="2982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41" name="直线"/>
            <p:cNvSpPr/>
            <p:nvPr/>
          </p:nvSpPr>
          <p:spPr>
            <a:xfrm>
              <a:off x="815336" y="2688626"/>
              <a:ext cx="879682" cy="214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021" y="2483"/>
                    <a:pt x="2042" y="4966"/>
                    <a:pt x="3519" y="7324"/>
                  </a:cubicBezTo>
                  <a:cubicBezTo>
                    <a:pt x="4997" y="9683"/>
                    <a:pt x="6931" y="11917"/>
                    <a:pt x="8866" y="13655"/>
                  </a:cubicBezTo>
                  <a:cubicBezTo>
                    <a:pt x="10800" y="15393"/>
                    <a:pt x="12734" y="16634"/>
                    <a:pt x="14588" y="17752"/>
                  </a:cubicBezTo>
                  <a:cubicBezTo>
                    <a:pt x="16442" y="18869"/>
                    <a:pt x="18215" y="19862"/>
                    <a:pt x="19370" y="20483"/>
                  </a:cubicBezTo>
                  <a:cubicBezTo>
                    <a:pt x="20525" y="21103"/>
                    <a:pt x="21063" y="21352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42" name="直线"/>
            <p:cNvSpPr/>
            <p:nvPr/>
          </p:nvSpPr>
          <p:spPr>
            <a:xfrm>
              <a:off x="1117316" y="1896395"/>
              <a:ext cx="347934" cy="1480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755" y="16920"/>
                    <a:pt x="9509" y="12240"/>
                    <a:pt x="13109" y="8640"/>
                  </a:cubicBezTo>
                  <a:cubicBezTo>
                    <a:pt x="16709" y="5040"/>
                    <a:pt x="19155" y="252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43" name="直线"/>
            <p:cNvSpPr/>
            <p:nvPr/>
          </p:nvSpPr>
          <p:spPr>
            <a:xfrm>
              <a:off x="1200862" y="2044476"/>
              <a:ext cx="288250" cy="3924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3" h="21600" extrusionOk="0">
                  <a:moveTo>
                    <a:pt x="8837" y="0"/>
                  </a:moveTo>
                  <a:cubicBezTo>
                    <a:pt x="7064" y="1766"/>
                    <a:pt x="5291" y="3532"/>
                    <a:pt x="4001" y="4823"/>
                  </a:cubicBezTo>
                  <a:cubicBezTo>
                    <a:pt x="2711" y="6113"/>
                    <a:pt x="1906" y="6928"/>
                    <a:pt x="1180" y="7608"/>
                  </a:cubicBezTo>
                  <a:cubicBezTo>
                    <a:pt x="455" y="8287"/>
                    <a:pt x="-190" y="8830"/>
                    <a:pt x="52" y="8966"/>
                  </a:cubicBezTo>
                  <a:cubicBezTo>
                    <a:pt x="294" y="9102"/>
                    <a:pt x="1422" y="8830"/>
                    <a:pt x="2147" y="9102"/>
                  </a:cubicBezTo>
                  <a:cubicBezTo>
                    <a:pt x="2873" y="9374"/>
                    <a:pt x="3195" y="10189"/>
                    <a:pt x="3437" y="11955"/>
                  </a:cubicBezTo>
                  <a:cubicBezTo>
                    <a:pt x="3679" y="13721"/>
                    <a:pt x="3840" y="16438"/>
                    <a:pt x="3679" y="18204"/>
                  </a:cubicBezTo>
                  <a:cubicBezTo>
                    <a:pt x="3517" y="19970"/>
                    <a:pt x="3034" y="20785"/>
                    <a:pt x="2792" y="20785"/>
                  </a:cubicBezTo>
                  <a:cubicBezTo>
                    <a:pt x="2550" y="20785"/>
                    <a:pt x="2550" y="19970"/>
                    <a:pt x="3034" y="18204"/>
                  </a:cubicBezTo>
                  <a:cubicBezTo>
                    <a:pt x="3517" y="16438"/>
                    <a:pt x="4485" y="13721"/>
                    <a:pt x="6741" y="11615"/>
                  </a:cubicBezTo>
                  <a:cubicBezTo>
                    <a:pt x="8998" y="9509"/>
                    <a:pt x="12544" y="8015"/>
                    <a:pt x="14720" y="7200"/>
                  </a:cubicBezTo>
                  <a:cubicBezTo>
                    <a:pt x="16897" y="6385"/>
                    <a:pt x="17703" y="6249"/>
                    <a:pt x="18589" y="6249"/>
                  </a:cubicBezTo>
                  <a:cubicBezTo>
                    <a:pt x="19476" y="6249"/>
                    <a:pt x="20443" y="6385"/>
                    <a:pt x="20926" y="6928"/>
                  </a:cubicBezTo>
                  <a:cubicBezTo>
                    <a:pt x="21410" y="7472"/>
                    <a:pt x="21410" y="8423"/>
                    <a:pt x="20282" y="10460"/>
                  </a:cubicBezTo>
                  <a:cubicBezTo>
                    <a:pt x="19153" y="12498"/>
                    <a:pt x="16897" y="15623"/>
                    <a:pt x="15123" y="17660"/>
                  </a:cubicBezTo>
                  <a:cubicBezTo>
                    <a:pt x="13350" y="19698"/>
                    <a:pt x="12061" y="20649"/>
                    <a:pt x="10771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44" name="直线"/>
            <p:cNvSpPr/>
            <p:nvPr/>
          </p:nvSpPr>
          <p:spPr>
            <a:xfrm>
              <a:off x="1301130" y="2318424"/>
              <a:ext cx="72214" cy="2147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6364" y="5959"/>
                    <a:pt x="11127" y="11917"/>
                    <a:pt x="7527" y="15517"/>
                  </a:cubicBezTo>
                  <a:cubicBezTo>
                    <a:pt x="3927" y="19117"/>
                    <a:pt x="1964" y="20359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45" name="直线"/>
            <p:cNvSpPr/>
            <p:nvPr/>
          </p:nvSpPr>
          <p:spPr>
            <a:xfrm>
              <a:off x="1379907" y="2473909"/>
              <a:ext cx="216639" cy="1406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400" y="5305"/>
                    <a:pt x="4800" y="10611"/>
                    <a:pt x="8400" y="14211"/>
                  </a:cubicBezTo>
                  <a:cubicBezTo>
                    <a:pt x="12000" y="17811"/>
                    <a:pt x="16800" y="19705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46" name="直线"/>
            <p:cNvSpPr/>
            <p:nvPr/>
          </p:nvSpPr>
          <p:spPr>
            <a:xfrm>
              <a:off x="1832877" y="2259192"/>
              <a:ext cx="19695" cy="7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47" name="直线"/>
            <p:cNvSpPr/>
            <p:nvPr/>
          </p:nvSpPr>
          <p:spPr>
            <a:xfrm>
              <a:off x="1878831" y="2422081"/>
              <a:ext cx="1" cy="14809"/>
            </a:xfrm>
            <a:prstGeom prst="ellipse">
              <a:avLst/>
            </a:pr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48" name="直线"/>
            <p:cNvSpPr/>
            <p:nvPr/>
          </p:nvSpPr>
          <p:spPr>
            <a:xfrm>
              <a:off x="-77474" y="3636341"/>
              <a:ext cx="59084" cy="281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49" name="直线"/>
            <p:cNvSpPr/>
            <p:nvPr/>
          </p:nvSpPr>
          <p:spPr>
            <a:xfrm>
              <a:off x="7868" y="3445434"/>
              <a:ext cx="280453" cy="4278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5" h="21520" extrusionOk="0">
                  <a:moveTo>
                    <a:pt x="0" y="5879"/>
                  </a:moveTo>
                  <a:cubicBezTo>
                    <a:pt x="3323" y="4265"/>
                    <a:pt x="6646" y="2651"/>
                    <a:pt x="9471" y="1658"/>
                  </a:cubicBezTo>
                  <a:cubicBezTo>
                    <a:pt x="12295" y="665"/>
                    <a:pt x="14622" y="292"/>
                    <a:pt x="16283" y="106"/>
                  </a:cubicBezTo>
                  <a:cubicBezTo>
                    <a:pt x="17945" y="-80"/>
                    <a:pt x="18942" y="-80"/>
                    <a:pt x="19855" y="603"/>
                  </a:cubicBezTo>
                  <a:cubicBezTo>
                    <a:pt x="20769" y="1286"/>
                    <a:pt x="21600" y="2651"/>
                    <a:pt x="21185" y="5072"/>
                  </a:cubicBezTo>
                  <a:cubicBezTo>
                    <a:pt x="20769" y="7492"/>
                    <a:pt x="19108" y="10968"/>
                    <a:pt x="17114" y="13886"/>
                  </a:cubicBezTo>
                  <a:cubicBezTo>
                    <a:pt x="15120" y="16803"/>
                    <a:pt x="12794" y="19161"/>
                    <a:pt x="10468" y="2152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50" name="直线"/>
            <p:cNvSpPr/>
            <p:nvPr/>
          </p:nvSpPr>
          <p:spPr>
            <a:xfrm>
              <a:off x="20998" y="3643745"/>
              <a:ext cx="164120" cy="962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472" y="17169"/>
                    <a:pt x="10944" y="12738"/>
                    <a:pt x="14544" y="9138"/>
                  </a:cubicBezTo>
                  <a:cubicBezTo>
                    <a:pt x="18144" y="5538"/>
                    <a:pt x="19872" y="276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51" name="直线"/>
            <p:cNvSpPr/>
            <p:nvPr/>
          </p:nvSpPr>
          <p:spPr>
            <a:xfrm>
              <a:off x="47257" y="3843653"/>
              <a:ext cx="105038" cy="66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52" name="直线"/>
            <p:cNvSpPr/>
            <p:nvPr/>
          </p:nvSpPr>
          <p:spPr>
            <a:xfrm>
              <a:off x="-38085" y="4102794"/>
              <a:ext cx="196944" cy="1480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53" name="直线"/>
            <p:cNvSpPr/>
            <p:nvPr/>
          </p:nvSpPr>
          <p:spPr>
            <a:xfrm>
              <a:off x="86646" y="4095390"/>
              <a:ext cx="19695" cy="22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54" name="直线"/>
            <p:cNvSpPr/>
            <p:nvPr/>
          </p:nvSpPr>
          <p:spPr>
            <a:xfrm>
              <a:off x="-208769" y="4147218"/>
              <a:ext cx="735256" cy="399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314" y="18800"/>
                    <a:pt x="4629" y="16000"/>
                    <a:pt x="6911" y="13333"/>
                  </a:cubicBezTo>
                  <a:cubicBezTo>
                    <a:pt x="9193" y="10667"/>
                    <a:pt x="11443" y="8133"/>
                    <a:pt x="13564" y="6133"/>
                  </a:cubicBezTo>
                  <a:cubicBezTo>
                    <a:pt x="15686" y="4133"/>
                    <a:pt x="17679" y="2667"/>
                    <a:pt x="18996" y="1733"/>
                  </a:cubicBezTo>
                  <a:cubicBezTo>
                    <a:pt x="20314" y="800"/>
                    <a:pt x="20957" y="4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55" name="直线"/>
            <p:cNvSpPr/>
            <p:nvPr/>
          </p:nvSpPr>
          <p:spPr>
            <a:xfrm>
              <a:off x="-169381" y="4050966"/>
              <a:ext cx="551443" cy="10365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171" y="0"/>
                    <a:pt x="20743" y="0"/>
                    <a:pt x="19843" y="514"/>
                  </a:cubicBezTo>
                  <a:cubicBezTo>
                    <a:pt x="18943" y="1029"/>
                    <a:pt x="17571" y="2057"/>
                    <a:pt x="16114" y="3523"/>
                  </a:cubicBezTo>
                  <a:cubicBezTo>
                    <a:pt x="14657" y="4989"/>
                    <a:pt x="13114" y="6891"/>
                    <a:pt x="11400" y="8820"/>
                  </a:cubicBezTo>
                  <a:cubicBezTo>
                    <a:pt x="9686" y="10749"/>
                    <a:pt x="7800" y="12703"/>
                    <a:pt x="6000" y="14529"/>
                  </a:cubicBezTo>
                  <a:cubicBezTo>
                    <a:pt x="4200" y="16354"/>
                    <a:pt x="2486" y="18051"/>
                    <a:pt x="1500" y="19209"/>
                  </a:cubicBezTo>
                  <a:cubicBezTo>
                    <a:pt x="514" y="20366"/>
                    <a:pt x="257" y="2098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56" name="直线"/>
            <p:cNvSpPr/>
            <p:nvPr/>
          </p:nvSpPr>
          <p:spPr>
            <a:xfrm>
              <a:off x="119470" y="4532228"/>
              <a:ext cx="13130" cy="323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53" extrusionOk="0">
                  <a:moveTo>
                    <a:pt x="0" y="0"/>
                  </a:moveTo>
                  <a:cubicBezTo>
                    <a:pt x="3600" y="6545"/>
                    <a:pt x="7200" y="13091"/>
                    <a:pt x="9000" y="16855"/>
                  </a:cubicBezTo>
                  <a:cubicBezTo>
                    <a:pt x="10800" y="20618"/>
                    <a:pt x="10800" y="21600"/>
                    <a:pt x="12600" y="21436"/>
                  </a:cubicBezTo>
                  <a:cubicBezTo>
                    <a:pt x="14400" y="21273"/>
                    <a:pt x="18000" y="19964"/>
                    <a:pt x="21600" y="1865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57" name="直线"/>
            <p:cNvSpPr/>
            <p:nvPr/>
          </p:nvSpPr>
          <p:spPr>
            <a:xfrm>
              <a:off x="145729" y="4501200"/>
              <a:ext cx="140888" cy="397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5" h="21348" extrusionOk="0">
                  <a:moveTo>
                    <a:pt x="0" y="3654"/>
                  </a:moveTo>
                  <a:cubicBezTo>
                    <a:pt x="997" y="2461"/>
                    <a:pt x="1994" y="1269"/>
                    <a:pt x="4154" y="606"/>
                  </a:cubicBezTo>
                  <a:cubicBezTo>
                    <a:pt x="6314" y="-56"/>
                    <a:pt x="9637" y="-189"/>
                    <a:pt x="12295" y="275"/>
                  </a:cubicBezTo>
                  <a:cubicBezTo>
                    <a:pt x="14954" y="739"/>
                    <a:pt x="16948" y="1799"/>
                    <a:pt x="18443" y="4250"/>
                  </a:cubicBezTo>
                  <a:cubicBezTo>
                    <a:pt x="19938" y="6702"/>
                    <a:pt x="20935" y="10545"/>
                    <a:pt x="21268" y="13261"/>
                  </a:cubicBezTo>
                  <a:cubicBezTo>
                    <a:pt x="21600" y="15978"/>
                    <a:pt x="21268" y="17568"/>
                    <a:pt x="20437" y="18893"/>
                  </a:cubicBezTo>
                  <a:cubicBezTo>
                    <a:pt x="19606" y="20218"/>
                    <a:pt x="18277" y="21278"/>
                    <a:pt x="17280" y="21345"/>
                  </a:cubicBezTo>
                  <a:cubicBezTo>
                    <a:pt x="16283" y="21411"/>
                    <a:pt x="15618" y="20483"/>
                    <a:pt x="14954" y="1955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58" name="直线"/>
            <p:cNvSpPr/>
            <p:nvPr/>
          </p:nvSpPr>
          <p:spPr>
            <a:xfrm>
              <a:off x="86364" y="4754348"/>
              <a:ext cx="79060" cy="59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91" h="20966" extrusionOk="0">
                  <a:moveTo>
                    <a:pt x="5329" y="18144"/>
                  </a:moveTo>
                  <a:cubicBezTo>
                    <a:pt x="2410" y="19872"/>
                    <a:pt x="-509" y="21600"/>
                    <a:pt x="75" y="20736"/>
                  </a:cubicBezTo>
                  <a:cubicBezTo>
                    <a:pt x="659" y="19872"/>
                    <a:pt x="4745" y="16416"/>
                    <a:pt x="8832" y="12528"/>
                  </a:cubicBezTo>
                  <a:cubicBezTo>
                    <a:pt x="12918" y="8640"/>
                    <a:pt x="17005" y="4320"/>
                    <a:pt x="21091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59" name="直线"/>
            <p:cNvSpPr/>
            <p:nvPr/>
          </p:nvSpPr>
          <p:spPr>
            <a:xfrm>
              <a:off x="95677" y="4865409"/>
              <a:ext cx="96006" cy="1326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9" h="21114" extrusionOk="0">
                  <a:moveTo>
                    <a:pt x="12419" y="8247"/>
                  </a:moveTo>
                  <a:cubicBezTo>
                    <a:pt x="10499" y="10211"/>
                    <a:pt x="8579" y="12175"/>
                    <a:pt x="6179" y="14727"/>
                  </a:cubicBezTo>
                  <a:cubicBezTo>
                    <a:pt x="3779" y="17280"/>
                    <a:pt x="899" y="20422"/>
                    <a:pt x="179" y="21011"/>
                  </a:cubicBezTo>
                  <a:cubicBezTo>
                    <a:pt x="-541" y="21600"/>
                    <a:pt x="899" y="19636"/>
                    <a:pt x="4739" y="15709"/>
                  </a:cubicBezTo>
                  <a:cubicBezTo>
                    <a:pt x="8579" y="11782"/>
                    <a:pt x="14819" y="5891"/>
                    <a:pt x="21059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60" name="直线"/>
            <p:cNvSpPr/>
            <p:nvPr/>
          </p:nvSpPr>
          <p:spPr>
            <a:xfrm>
              <a:off x="685071" y="3869466"/>
              <a:ext cx="176220" cy="772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4" h="21536" extrusionOk="0">
                  <a:moveTo>
                    <a:pt x="21474" y="725"/>
                  </a:moveTo>
                  <a:cubicBezTo>
                    <a:pt x="21207" y="381"/>
                    <a:pt x="20941" y="37"/>
                    <a:pt x="20274" y="2"/>
                  </a:cubicBezTo>
                  <a:cubicBezTo>
                    <a:pt x="19607" y="-32"/>
                    <a:pt x="18541" y="243"/>
                    <a:pt x="16274" y="1034"/>
                  </a:cubicBezTo>
                  <a:cubicBezTo>
                    <a:pt x="14007" y="1825"/>
                    <a:pt x="10541" y="3132"/>
                    <a:pt x="8274" y="3889"/>
                  </a:cubicBezTo>
                  <a:cubicBezTo>
                    <a:pt x="6007" y="4646"/>
                    <a:pt x="4941" y="4852"/>
                    <a:pt x="3474" y="5162"/>
                  </a:cubicBezTo>
                  <a:cubicBezTo>
                    <a:pt x="2007" y="5471"/>
                    <a:pt x="141" y="5884"/>
                    <a:pt x="7" y="6125"/>
                  </a:cubicBezTo>
                  <a:cubicBezTo>
                    <a:pt x="-126" y="6365"/>
                    <a:pt x="1474" y="6434"/>
                    <a:pt x="2941" y="6847"/>
                  </a:cubicBezTo>
                  <a:cubicBezTo>
                    <a:pt x="4407" y="7260"/>
                    <a:pt x="5741" y="8016"/>
                    <a:pt x="6541" y="9736"/>
                  </a:cubicBezTo>
                  <a:cubicBezTo>
                    <a:pt x="7341" y="11456"/>
                    <a:pt x="7607" y="14139"/>
                    <a:pt x="7741" y="16099"/>
                  </a:cubicBezTo>
                  <a:cubicBezTo>
                    <a:pt x="7874" y="18060"/>
                    <a:pt x="7874" y="19298"/>
                    <a:pt x="7741" y="20158"/>
                  </a:cubicBezTo>
                  <a:cubicBezTo>
                    <a:pt x="7607" y="21018"/>
                    <a:pt x="7341" y="21499"/>
                    <a:pt x="7741" y="21534"/>
                  </a:cubicBezTo>
                  <a:cubicBezTo>
                    <a:pt x="8141" y="21568"/>
                    <a:pt x="9207" y="21155"/>
                    <a:pt x="10274" y="2074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61" name="直线"/>
            <p:cNvSpPr/>
            <p:nvPr/>
          </p:nvSpPr>
          <p:spPr>
            <a:xfrm>
              <a:off x="1064798" y="3822620"/>
              <a:ext cx="184261" cy="3023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49" h="21516" extrusionOk="0">
                  <a:moveTo>
                    <a:pt x="0" y="7292"/>
                  </a:moveTo>
                  <a:cubicBezTo>
                    <a:pt x="4270" y="5184"/>
                    <a:pt x="8540" y="3077"/>
                    <a:pt x="11428" y="1848"/>
                  </a:cubicBezTo>
                  <a:cubicBezTo>
                    <a:pt x="14316" y="618"/>
                    <a:pt x="15823" y="267"/>
                    <a:pt x="17205" y="92"/>
                  </a:cubicBezTo>
                  <a:cubicBezTo>
                    <a:pt x="18586" y="-84"/>
                    <a:pt x="19842" y="-84"/>
                    <a:pt x="20595" y="794"/>
                  </a:cubicBezTo>
                  <a:cubicBezTo>
                    <a:pt x="21349" y="1672"/>
                    <a:pt x="21600" y="3428"/>
                    <a:pt x="19591" y="7028"/>
                  </a:cubicBezTo>
                  <a:cubicBezTo>
                    <a:pt x="17581" y="10628"/>
                    <a:pt x="13312" y="16072"/>
                    <a:pt x="9042" y="2151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62" name="直线"/>
            <p:cNvSpPr/>
            <p:nvPr/>
          </p:nvSpPr>
          <p:spPr>
            <a:xfrm>
              <a:off x="1084492" y="4102794"/>
              <a:ext cx="72214" cy="59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63" name="直线"/>
            <p:cNvSpPr/>
            <p:nvPr/>
          </p:nvSpPr>
          <p:spPr>
            <a:xfrm>
              <a:off x="1020064" y="4073178"/>
              <a:ext cx="77559" cy="459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6" h="21499" extrusionOk="0">
                  <a:moveTo>
                    <a:pt x="6866" y="0"/>
                  </a:moveTo>
                  <a:cubicBezTo>
                    <a:pt x="4466" y="347"/>
                    <a:pt x="2066" y="693"/>
                    <a:pt x="866" y="1964"/>
                  </a:cubicBezTo>
                  <a:cubicBezTo>
                    <a:pt x="-334" y="3234"/>
                    <a:pt x="-334" y="5429"/>
                    <a:pt x="1166" y="8374"/>
                  </a:cubicBezTo>
                  <a:cubicBezTo>
                    <a:pt x="2666" y="11320"/>
                    <a:pt x="5666" y="15016"/>
                    <a:pt x="7166" y="17153"/>
                  </a:cubicBezTo>
                  <a:cubicBezTo>
                    <a:pt x="8666" y="19290"/>
                    <a:pt x="8666" y="19867"/>
                    <a:pt x="9266" y="20445"/>
                  </a:cubicBezTo>
                  <a:cubicBezTo>
                    <a:pt x="9866" y="21022"/>
                    <a:pt x="11066" y="21600"/>
                    <a:pt x="13166" y="21484"/>
                  </a:cubicBezTo>
                  <a:cubicBezTo>
                    <a:pt x="15266" y="21369"/>
                    <a:pt x="18266" y="20560"/>
                    <a:pt x="21266" y="1975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64" name="直线"/>
            <p:cNvSpPr/>
            <p:nvPr/>
          </p:nvSpPr>
          <p:spPr>
            <a:xfrm>
              <a:off x="1071363" y="4176835"/>
              <a:ext cx="177250" cy="1184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600" y="15750"/>
                    <a:pt x="11200" y="9900"/>
                    <a:pt x="14800" y="6300"/>
                  </a:cubicBezTo>
                  <a:cubicBezTo>
                    <a:pt x="18400" y="2700"/>
                    <a:pt x="20000" y="135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65" name="直线"/>
            <p:cNvSpPr/>
            <p:nvPr/>
          </p:nvSpPr>
          <p:spPr>
            <a:xfrm>
              <a:off x="1092816" y="4339723"/>
              <a:ext cx="103279" cy="1074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8" h="21375" extrusionOk="0">
                  <a:moveTo>
                    <a:pt x="2338" y="16200"/>
                  </a:moveTo>
                  <a:cubicBezTo>
                    <a:pt x="988" y="18655"/>
                    <a:pt x="-362" y="21109"/>
                    <a:pt x="88" y="21355"/>
                  </a:cubicBezTo>
                  <a:cubicBezTo>
                    <a:pt x="538" y="21600"/>
                    <a:pt x="2788" y="19636"/>
                    <a:pt x="6613" y="15709"/>
                  </a:cubicBezTo>
                  <a:cubicBezTo>
                    <a:pt x="10438" y="11782"/>
                    <a:pt x="15838" y="5891"/>
                    <a:pt x="21238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66" name="直线"/>
            <p:cNvSpPr/>
            <p:nvPr/>
          </p:nvSpPr>
          <p:spPr>
            <a:xfrm>
              <a:off x="1425861" y="3775668"/>
              <a:ext cx="149192" cy="2827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42" h="21147" extrusionOk="0">
                  <a:moveTo>
                    <a:pt x="0" y="5085"/>
                  </a:moveTo>
                  <a:cubicBezTo>
                    <a:pt x="2130" y="3609"/>
                    <a:pt x="4259" y="2132"/>
                    <a:pt x="7454" y="1116"/>
                  </a:cubicBezTo>
                  <a:cubicBezTo>
                    <a:pt x="10648" y="101"/>
                    <a:pt x="14907" y="-453"/>
                    <a:pt x="17645" y="470"/>
                  </a:cubicBezTo>
                  <a:cubicBezTo>
                    <a:pt x="20383" y="1393"/>
                    <a:pt x="21600" y="3793"/>
                    <a:pt x="20079" y="7485"/>
                  </a:cubicBezTo>
                  <a:cubicBezTo>
                    <a:pt x="18558" y="11178"/>
                    <a:pt x="14299" y="16162"/>
                    <a:pt x="10039" y="2114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67" name="直线"/>
            <p:cNvSpPr/>
            <p:nvPr/>
          </p:nvSpPr>
          <p:spPr>
            <a:xfrm>
              <a:off x="1452120" y="4050966"/>
              <a:ext cx="78778" cy="59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68" name="直线"/>
            <p:cNvSpPr/>
            <p:nvPr/>
          </p:nvSpPr>
          <p:spPr>
            <a:xfrm>
              <a:off x="1353648" y="4240845"/>
              <a:ext cx="240814" cy="4542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5" h="21491" extrusionOk="0">
                  <a:moveTo>
                    <a:pt x="7589" y="3627"/>
                  </a:moveTo>
                  <a:cubicBezTo>
                    <a:pt x="9924" y="2927"/>
                    <a:pt x="12259" y="2226"/>
                    <a:pt x="14108" y="1642"/>
                  </a:cubicBezTo>
                  <a:cubicBezTo>
                    <a:pt x="15957" y="1059"/>
                    <a:pt x="17319" y="592"/>
                    <a:pt x="18486" y="300"/>
                  </a:cubicBezTo>
                  <a:cubicBezTo>
                    <a:pt x="19654" y="8"/>
                    <a:pt x="20627" y="-109"/>
                    <a:pt x="21114" y="125"/>
                  </a:cubicBezTo>
                  <a:cubicBezTo>
                    <a:pt x="21600" y="358"/>
                    <a:pt x="21600" y="942"/>
                    <a:pt x="20335" y="2693"/>
                  </a:cubicBezTo>
                  <a:cubicBezTo>
                    <a:pt x="19070" y="4445"/>
                    <a:pt x="16541" y="7363"/>
                    <a:pt x="13816" y="10399"/>
                  </a:cubicBezTo>
                  <a:cubicBezTo>
                    <a:pt x="11092" y="13435"/>
                    <a:pt x="8173" y="16587"/>
                    <a:pt x="5838" y="18455"/>
                  </a:cubicBezTo>
                  <a:cubicBezTo>
                    <a:pt x="3503" y="20323"/>
                    <a:pt x="1751" y="20907"/>
                    <a:pt x="0" y="2149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69" name="直线"/>
            <p:cNvSpPr/>
            <p:nvPr/>
          </p:nvSpPr>
          <p:spPr>
            <a:xfrm>
              <a:off x="1373343" y="4450783"/>
              <a:ext cx="439841" cy="236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869" y="4950"/>
                    <a:pt x="7737" y="9900"/>
                    <a:pt x="11069" y="13050"/>
                  </a:cubicBezTo>
                  <a:cubicBezTo>
                    <a:pt x="14400" y="16200"/>
                    <a:pt x="17194" y="17550"/>
                    <a:pt x="18860" y="18675"/>
                  </a:cubicBezTo>
                  <a:cubicBezTo>
                    <a:pt x="20525" y="19800"/>
                    <a:pt x="21063" y="207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0" name="直线"/>
            <p:cNvSpPr/>
            <p:nvPr/>
          </p:nvSpPr>
          <p:spPr>
            <a:xfrm>
              <a:off x="1955111" y="3754805"/>
              <a:ext cx="206006" cy="610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2" h="21560" extrusionOk="0">
                  <a:moveTo>
                    <a:pt x="17132" y="0"/>
                  </a:moveTo>
                  <a:cubicBezTo>
                    <a:pt x="13082" y="2177"/>
                    <a:pt x="9032" y="4355"/>
                    <a:pt x="5994" y="5835"/>
                  </a:cubicBezTo>
                  <a:cubicBezTo>
                    <a:pt x="2957" y="7316"/>
                    <a:pt x="932" y="8100"/>
                    <a:pt x="257" y="8666"/>
                  </a:cubicBezTo>
                  <a:cubicBezTo>
                    <a:pt x="-418" y="9232"/>
                    <a:pt x="257" y="9581"/>
                    <a:pt x="2057" y="9668"/>
                  </a:cubicBezTo>
                  <a:cubicBezTo>
                    <a:pt x="3857" y="9755"/>
                    <a:pt x="6782" y="9581"/>
                    <a:pt x="8919" y="9450"/>
                  </a:cubicBezTo>
                  <a:cubicBezTo>
                    <a:pt x="11057" y="9319"/>
                    <a:pt x="12407" y="9232"/>
                    <a:pt x="13645" y="9276"/>
                  </a:cubicBezTo>
                  <a:cubicBezTo>
                    <a:pt x="14882" y="9319"/>
                    <a:pt x="16007" y="9494"/>
                    <a:pt x="16569" y="9842"/>
                  </a:cubicBezTo>
                  <a:cubicBezTo>
                    <a:pt x="17132" y="10190"/>
                    <a:pt x="17132" y="10713"/>
                    <a:pt x="15782" y="12150"/>
                  </a:cubicBezTo>
                  <a:cubicBezTo>
                    <a:pt x="14432" y="13587"/>
                    <a:pt x="11732" y="15939"/>
                    <a:pt x="9707" y="17506"/>
                  </a:cubicBezTo>
                  <a:cubicBezTo>
                    <a:pt x="7682" y="19074"/>
                    <a:pt x="6332" y="19858"/>
                    <a:pt x="5432" y="20468"/>
                  </a:cubicBezTo>
                  <a:cubicBezTo>
                    <a:pt x="4532" y="21077"/>
                    <a:pt x="4082" y="21513"/>
                    <a:pt x="4420" y="21556"/>
                  </a:cubicBezTo>
                  <a:cubicBezTo>
                    <a:pt x="4757" y="21600"/>
                    <a:pt x="5882" y="21252"/>
                    <a:pt x="7570" y="20816"/>
                  </a:cubicBezTo>
                  <a:cubicBezTo>
                    <a:pt x="9257" y="20381"/>
                    <a:pt x="11507" y="19858"/>
                    <a:pt x="13870" y="19684"/>
                  </a:cubicBezTo>
                  <a:cubicBezTo>
                    <a:pt x="16232" y="19510"/>
                    <a:pt x="18707" y="19684"/>
                    <a:pt x="21182" y="1985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1" name="直线"/>
            <p:cNvSpPr/>
            <p:nvPr/>
          </p:nvSpPr>
          <p:spPr>
            <a:xfrm>
              <a:off x="2101451" y="4391551"/>
              <a:ext cx="112184" cy="221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5" h="21304" extrusionOk="0">
                  <a:moveTo>
                    <a:pt x="1357" y="17090"/>
                  </a:moveTo>
                  <a:cubicBezTo>
                    <a:pt x="526" y="18989"/>
                    <a:pt x="-305" y="20888"/>
                    <a:pt x="110" y="21244"/>
                  </a:cubicBezTo>
                  <a:cubicBezTo>
                    <a:pt x="526" y="21600"/>
                    <a:pt x="2187" y="20413"/>
                    <a:pt x="5926" y="16615"/>
                  </a:cubicBezTo>
                  <a:cubicBezTo>
                    <a:pt x="9664" y="12818"/>
                    <a:pt x="15480" y="6409"/>
                    <a:pt x="21295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2" name="直线"/>
            <p:cNvSpPr/>
            <p:nvPr/>
          </p:nvSpPr>
          <p:spPr>
            <a:xfrm>
              <a:off x="2285847" y="3799229"/>
              <a:ext cx="544878" cy="244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602" y="20509"/>
                    <a:pt x="5205" y="19418"/>
                    <a:pt x="7981" y="16909"/>
                  </a:cubicBezTo>
                  <a:cubicBezTo>
                    <a:pt x="10757" y="14400"/>
                    <a:pt x="13706" y="10473"/>
                    <a:pt x="15745" y="7745"/>
                  </a:cubicBezTo>
                  <a:cubicBezTo>
                    <a:pt x="17783" y="5018"/>
                    <a:pt x="18911" y="3491"/>
                    <a:pt x="19735" y="2400"/>
                  </a:cubicBezTo>
                  <a:cubicBezTo>
                    <a:pt x="20559" y="1309"/>
                    <a:pt x="21080" y="655"/>
                    <a:pt x="21340" y="327"/>
                  </a:cubicBezTo>
                  <a:cubicBezTo>
                    <a:pt x="21600" y="0"/>
                    <a:pt x="21600" y="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3" name="直线"/>
            <p:cNvSpPr/>
            <p:nvPr/>
          </p:nvSpPr>
          <p:spPr>
            <a:xfrm>
              <a:off x="2516941" y="3710381"/>
              <a:ext cx="182488" cy="503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4" h="21490" extrusionOk="0">
                  <a:moveTo>
                    <a:pt x="615" y="0"/>
                  </a:moveTo>
                  <a:cubicBezTo>
                    <a:pt x="1387" y="3688"/>
                    <a:pt x="2158" y="7376"/>
                    <a:pt x="2030" y="10747"/>
                  </a:cubicBezTo>
                  <a:cubicBezTo>
                    <a:pt x="1901" y="14119"/>
                    <a:pt x="873" y="17175"/>
                    <a:pt x="358" y="18966"/>
                  </a:cubicBezTo>
                  <a:cubicBezTo>
                    <a:pt x="-156" y="20757"/>
                    <a:pt x="-156" y="21284"/>
                    <a:pt x="615" y="21442"/>
                  </a:cubicBezTo>
                  <a:cubicBezTo>
                    <a:pt x="1387" y="21600"/>
                    <a:pt x="2930" y="21389"/>
                    <a:pt x="6530" y="20546"/>
                  </a:cubicBezTo>
                  <a:cubicBezTo>
                    <a:pt x="10130" y="19703"/>
                    <a:pt x="15787" y="18228"/>
                    <a:pt x="21444" y="1675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4" name="直线"/>
            <p:cNvSpPr/>
            <p:nvPr/>
          </p:nvSpPr>
          <p:spPr>
            <a:xfrm>
              <a:off x="2489355" y="4358656"/>
              <a:ext cx="223204" cy="211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46" extrusionOk="0">
                  <a:moveTo>
                    <a:pt x="0" y="4054"/>
                  </a:moveTo>
                  <a:cubicBezTo>
                    <a:pt x="212" y="8771"/>
                    <a:pt x="424" y="13488"/>
                    <a:pt x="953" y="16343"/>
                  </a:cubicBezTo>
                  <a:cubicBezTo>
                    <a:pt x="1482" y="19199"/>
                    <a:pt x="2329" y="20192"/>
                    <a:pt x="2859" y="20067"/>
                  </a:cubicBezTo>
                  <a:cubicBezTo>
                    <a:pt x="3388" y="19943"/>
                    <a:pt x="3600" y="18702"/>
                    <a:pt x="3706" y="16840"/>
                  </a:cubicBezTo>
                  <a:cubicBezTo>
                    <a:pt x="3812" y="14978"/>
                    <a:pt x="3812" y="12495"/>
                    <a:pt x="5082" y="9640"/>
                  </a:cubicBezTo>
                  <a:cubicBezTo>
                    <a:pt x="6353" y="6785"/>
                    <a:pt x="8894" y="3557"/>
                    <a:pt x="11329" y="1819"/>
                  </a:cubicBezTo>
                  <a:cubicBezTo>
                    <a:pt x="13765" y="81"/>
                    <a:pt x="16094" y="-167"/>
                    <a:pt x="17682" y="81"/>
                  </a:cubicBezTo>
                  <a:cubicBezTo>
                    <a:pt x="19271" y="330"/>
                    <a:pt x="20118" y="1074"/>
                    <a:pt x="19588" y="3185"/>
                  </a:cubicBezTo>
                  <a:cubicBezTo>
                    <a:pt x="19059" y="5295"/>
                    <a:pt x="17153" y="8771"/>
                    <a:pt x="15247" y="11626"/>
                  </a:cubicBezTo>
                  <a:cubicBezTo>
                    <a:pt x="13341" y="14481"/>
                    <a:pt x="11435" y="16716"/>
                    <a:pt x="10165" y="18330"/>
                  </a:cubicBezTo>
                  <a:cubicBezTo>
                    <a:pt x="8894" y="19943"/>
                    <a:pt x="8259" y="20936"/>
                    <a:pt x="8471" y="21185"/>
                  </a:cubicBezTo>
                  <a:cubicBezTo>
                    <a:pt x="8682" y="21433"/>
                    <a:pt x="9741" y="20936"/>
                    <a:pt x="12071" y="19571"/>
                  </a:cubicBezTo>
                  <a:cubicBezTo>
                    <a:pt x="14400" y="18205"/>
                    <a:pt x="18000" y="15971"/>
                    <a:pt x="21600" y="1373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5" name="直线"/>
            <p:cNvSpPr/>
            <p:nvPr/>
          </p:nvSpPr>
          <p:spPr>
            <a:xfrm>
              <a:off x="3139268" y="3710381"/>
              <a:ext cx="203510" cy="59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6" name="直线"/>
            <p:cNvSpPr/>
            <p:nvPr/>
          </p:nvSpPr>
          <p:spPr>
            <a:xfrm>
              <a:off x="3047361" y="3947310"/>
              <a:ext cx="137862" cy="207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457" y="5143"/>
                    <a:pt x="8914" y="10286"/>
                    <a:pt x="12514" y="13886"/>
                  </a:cubicBezTo>
                  <a:cubicBezTo>
                    <a:pt x="16114" y="17486"/>
                    <a:pt x="18857" y="19543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7" name="直线"/>
            <p:cNvSpPr/>
            <p:nvPr/>
          </p:nvSpPr>
          <p:spPr>
            <a:xfrm>
              <a:off x="3158963" y="3868144"/>
              <a:ext cx="330180" cy="336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2" h="21311" extrusionOk="0">
                  <a:moveTo>
                    <a:pt x="0" y="11594"/>
                  </a:moveTo>
                  <a:cubicBezTo>
                    <a:pt x="2416" y="9559"/>
                    <a:pt x="4832" y="7525"/>
                    <a:pt x="8100" y="5568"/>
                  </a:cubicBezTo>
                  <a:cubicBezTo>
                    <a:pt x="11368" y="3612"/>
                    <a:pt x="15489" y="1733"/>
                    <a:pt x="17905" y="794"/>
                  </a:cubicBezTo>
                  <a:cubicBezTo>
                    <a:pt x="20321" y="-145"/>
                    <a:pt x="21032" y="-145"/>
                    <a:pt x="21316" y="246"/>
                  </a:cubicBezTo>
                  <a:cubicBezTo>
                    <a:pt x="21600" y="638"/>
                    <a:pt x="21458" y="1420"/>
                    <a:pt x="20321" y="3455"/>
                  </a:cubicBezTo>
                  <a:cubicBezTo>
                    <a:pt x="19184" y="5490"/>
                    <a:pt x="17053" y="8777"/>
                    <a:pt x="14282" y="11438"/>
                  </a:cubicBezTo>
                  <a:cubicBezTo>
                    <a:pt x="11511" y="14098"/>
                    <a:pt x="8100" y="16133"/>
                    <a:pt x="5897" y="17385"/>
                  </a:cubicBezTo>
                  <a:cubicBezTo>
                    <a:pt x="3695" y="18638"/>
                    <a:pt x="2700" y="19107"/>
                    <a:pt x="1847" y="19655"/>
                  </a:cubicBezTo>
                  <a:cubicBezTo>
                    <a:pt x="995" y="20203"/>
                    <a:pt x="284" y="20829"/>
                    <a:pt x="284" y="21142"/>
                  </a:cubicBezTo>
                  <a:cubicBezTo>
                    <a:pt x="284" y="21455"/>
                    <a:pt x="995" y="21455"/>
                    <a:pt x="3553" y="20046"/>
                  </a:cubicBezTo>
                  <a:cubicBezTo>
                    <a:pt x="6111" y="18638"/>
                    <a:pt x="10516" y="15820"/>
                    <a:pt x="14921" y="1300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8" name="直线"/>
            <p:cNvSpPr/>
            <p:nvPr/>
          </p:nvSpPr>
          <p:spPr>
            <a:xfrm>
              <a:off x="3191787" y="3486944"/>
              <a:ext cx="110722" cy="1252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0" h="21580" extrusionOk="0">
                  <a:moveTo>
                    <a:pt x="0" y="1171"/>
                  </a:moveTo>
                  <a:cubicBezTo>
                    <a:pt x="0" y="958"/>
                    <a:pt x="0" y="745"/>
                    <a:pt x="0" y="511"/>
                  </a:cubicBezTo>
                  <a:cubicBezTo>
                    <a:pt x="0" y="278"/>
                    <a:pt x="0" y="23"/>
                    <a:pt x="635" y="1"/>
                  </a:cubicBezTo>
                  <a:cubicBezTo>
                    <a:pt x="1271" y="-20"/>
                    <a:pt x="2541" y="193"/>
                    <a:pt x="4235" y="958"/>
                  </a:cubicBezTo>
                  <a:cubicBezTo>
                    <a:pt x="5929" y="1723"/>
                    <a:pt x="8047" y="3041"/>
                    <a:pt x="9529" y="4593"/>
                  </a:cubicBezTo>
                  <a:cubicBezTo>
                    <a:pt x="11012" y="6145"/>
                    <a:pt x="11859" y="7931"/>
                    <a:pt x="12494" y="9674"/>
                  </a:cubicBezTo>
                  <a:cubicBezTo>
                    <a:pt x="13129" y="11418"/>
                    <a:pt x="13553" y="13119"/>
                    <a:pt x="14612" y="14777"/>
                  </a:cubicBezTo>
                  <a:cubicBezTo>
                    <a:pt x="15671" y="16435"/>
                    <a:pt x="17365" y="18051"/>
                    <a:pt x="18635" y="19029"/>
                  </a:cubicBezTo>
                  <a:cubicBezTo>
                    <a:pt x="19906" y="20007"/>
                    <a:pt x="20753" y="20347"/>
                    <a:pt x="21176" y="20666"/>
                  </a:cubicBezTo>
                  <a:cubicBezTo>
                    <a:pt x="21600" y="20985"/>
                    <a:pt x="21600" y="21282"/>
                    <a:pt x="20329" y="21431"/>
                  </a:cubicBezTo>
                  <a:cubicBezTo>
                    <a:pt x="19059" y="21580"/>
                    <a:pt x="16518" y="21580"/>
                    <a:pt x="13976" y="2158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9" name="直线"/>
            <p:cNvSpPr/>
            <p:nvPr/>
          </p:nvSpPr>
          <p:spPr>
            <a:xfrm>
              <a:off x="3047361" y="4274453"/>
              <a:ext cx="315163" cy="29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5" h="21323" extrusionOk="0">
                  <a:moveTo>
                    <a:pt x="21004" y="3115"/>
                  </a:moveTo>
                  <a:cubicBezTo>
                    <a:pt x="21302" y="1865"/>
                    <a:pt x="21600" y="616"/>
                    <a:pt x="21377" y="169"/>
                  </a:cubicBezTo>
                  <a:cubicBezTo>
                    <a:pt x="21153" y="-277"/>
                    <a:pt x="20408" y="80"/>
                    <a:pt x="18174" y="2222"/>
                  </a:cubicBezTo>
                  <a:cubicBezTo>
                    <a:pt x="15939" y="4364"/>
                    <a:pt x="12215" y="8292"/>
                    <a:pt x="8938" y="11773"/>
                  </a:cubicBezTo>
                  <a:cubicBezTo>
                    <a:pt x="5661" y="15254"/>
                    <a:pt x="2830" y="18288"/>
                    <a:pt x="0" y="2132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0" name="直线"/>
            <p:cNvSpPr/>
            <p:nvPr/>
          </p:nvSpPr>
          <p:spPr>
            <a:xfrm>
              <a:off x="3414989" y="4369339"/>
              <a:ext cx="223204" cy="740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506" y="7200"/>
                    <a:pt x="11012" y="14400"/>
                    <a:pt x="14612" y="18000"/>
                  </a:cubicBezTo>
                  <a:cubicBezTo>
                    <a:pt x="18212" y="21600"/>
                    <a:pt x="19906" y="216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1" name="直线"/>
            <p:cNvSpPr/>
            <p:nvPr/>
          </p:nvSpPr>
          <p:spPr>
            <a:xfrm>
              <a:off x="3805503" y="3540088"/>
              <a:ext cx="206882" cy="657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6" h="21561" extrusionOk="0">
                  <a:moveTo>
                    <a:pt x="21496" y="0"/>
                  </a:moveTo>
                  <a:cubicBezTo>
                    <a:pt x="17858" y="324"/>
                    <a:pt x="14220" y="647"/>
                    <a:pt x="10923" y="1011"/>
                  </a:cubicBezTo>
                  <a:cubicBezTo>
                    <a:pt x="7627" y="1375"/>
                    <a:pt x="4671" y="1780"/>
                    <a:pt x="2738" y="2144"/>
                  </a:cubicBezTo>
                  <a:cubicBezTo>
                    <a:pt x="805" y="2508"/>
                    <a:pt x="-104" y="2831"/>
                    <a:pt x="10" y="3115"/>
                  </a:cubicBezTo>
                  <a:cubicBezTo>
                    <a:pt x="123" y="3398"/>
                    <a:pt x="1260" y="3640"/>
                    <a:pt x="2738" y="4854"/>
                  </a:cubicBezTo>
                  <a:cubicBezTo>
                    <a:pt x="4216" y="6067"/>
                    <a:pt x="6035" y="8252"/>
                    <a:pt x="6490" y="10921"/>
                  </a:cubicBezTo>
                  <a:cubicBezTo>
                    <a:pt x="6944" y="13591"/>
                    <a:pt x="6035" y="16746"/>
                    <a:pt x="5239" y="18728"/>
                  </a:cubicBezTo>
                  <a:cubicBezTo>
                    <a:pt x="4443" y="20710"/>
                    <a:pt x="3761" y="21519"/>
                    <a:pt x="3648" y="21560"/>
                  </a:cubicBezTo>
                  <a:cubicBezTo>
                    <a:pt x="3534" y="21600"/>
                    <a:pt x="3989" y="20872"/>
                    <a:pt x="4443" y="2014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2" name="直线"/>
            <p:cNvSpPr/>
            <p:nvPr/>
          </p:nvSpPr>
          <p:spPr>
            <a:xfrm>
              <a:off x="3979560" y="3732593"/>
              <a:ext cx="321675" cy="155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555" y="16800"/>
                    <a:pt x="9110" y="12000"/>
                    <a:pt x="12710" y="8400"/>
                  </a:cubicBezTo>
                  <a:cubicBezTo>
                    <a:pt x="16310" y="4800"/>
                    <a:pt x="18955" y="24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3" name="直线"/>
            <p:cNvSpPr/>
            <p:nvPr/>
          </p:nvSpPr>
          <p:spPr>
            <a:xfrm>
              <a:off x="4038643" y="4021350"/>
              <a:ext cx="39390" cy="347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12" extrusionOk="0">
                  <a:moveTo>
                    <a:pt x="0" y="0"/>
                  </a:moveTo>
                  <a:cubicBezTo>
                    <a:pt x="2400" y="4715"/>
                    <a:pt x="4800" y="9431"/>
                    <a:pt x="6600" y="12777"/>
                  </a:cubicBezTo>
                  <a:cubicBezTo>
                    <a:pt x="8400" y="16124"/>
                    <a:pt x="9600" y="18101"/>
                    <a:pt x="10800" y="19470"/>
                  </a:cubicBezTo>
                  <a:cubicBezTo>
                    <a:pt x="12000" y="20839"/>
                    <a:pt x="13200" y="21600"/>
                    <a:pt x="15000" y="21372"/>
                  </a:cubicBezTo>
                  <a:cubicBezTo>
                    <a:pt x="16800" y="21144"/>
                    <a:pt x="19200" y="19927"/>
                    <a:pt x="21600" y="1871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4" name="直线"/>
            <p:cNvSpPr/>
            <p:nvPr/>
          </p:nvSpPr>
          <p:spPr>
            <a:xfrm>
              <a:off x="4071467" y="4044986"/>
              <a:ext cx="209613" cy="250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3" h="21478" extrusionOk="0">
                  <a:moveTo>
                    <a:pt x="0" y="4960"/>
                  </a:moveTo>
                  <a:cubicBezTo>
                    <a:pt x="4408" y="3266"/>
                    <a:pt x="8816" y="1572"/>
                    <a:pt x="12122" y="725"/>
                  </a:cubicBezTo>
                  <a:cubicBezTo>
                    <a:pt x="15429" y="-122"/>
                    <a:pt x="17633" y="-122"/>
                    <a:pt x="19176" y="196"/>
                  </a:cubicBezTo>
                  <a:cubicBezTo>
                    <a:pt x="20718" y="513"/>
                    <a:pt x="21600" y="1149"/>
                    <a:pt x="20829" y="3690"/>
                  </a:cubicBezTo>
                  <a:cubicBezTo>
                    <a:pt x="20057" y="6231"/>
                    <a:pt x="17633" y="10678"/>
                    <a:pt x="15649" y="13960"/>
                  </a:cubicBezTo>
                  <a:cubicBezTo>
                    <a:pt x="13665" y="17243"/>
                    <a:pt x="12122" y="19360"/>
                    <a:pt x="10580" y="2147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5" name="直线"/>
            <p:cNvSpPr/>
            <p:nvPr/>
          </p:nvSpPr>
          <p:spPr>
            <a:xfrm>
              <a:off x="4110856" y="4243471"/>
              <a:ext cx="118167" cy="103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6" name="直线"/>
            <p:cNvSpPr/>
            <p:nvPr/>
          </p:nvSpPr>
          <p:spPr>
            <a:xfrm>
              <a:off x="4629474" y="4398955"/>
              <a:ext cx="13130" cy="59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7" name="直线"/>
            <p:cNvSpPr/>
            <p:nvPr/>
          </p:nvSpPr>
          <p:spPr>
            <a:xfrm>
              <a:off x="5075879" y="3806633"/>
              <a:ext cx="413582" cy="162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629" y="20291"/>
                    <a:pt x="5257" y="18982"/>
                    <a:pt x="8857" y="15382"/>
                  </a:cubicBezTo>
                  <a:cubicBezTo>
                    <a:pt x="12457" y="11782"/>
                    <a:pt x="17029" y="5891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8" name="直线"/>
            <p:cNvSpPr/>
            <p:nvPr/>
          </p:nvSpPr>
          <p:spPr>
            <a:xfrm>
              <a:off x="5102138" y="3747401"/>
              <a:ext cx="190379" cy="6885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607" y="232"/>
                    <a:pt x="19614" y="465"/>
                    <a:pt x="18869" y="1510"/>
                  </a:cubicBezTo>
                  <a:cubicBezTo>
                    <a:pt x="18124" y="2555"/>
                    <a:pt x="17628" y="4413"/>
                    <a:pt x="16138" y="6697"/>
                  </a:cubicBezTo>
                  <a:cubicBezTo>
                    <a:pt x="14648" y="8981"/>
                    <a:pt x="12166" y="11690"/>
                    <a:pt x="9310" y="14245"/>
                  </a:cubicBezTo>
                  <a:cubicBezTo>
                    <a:pt x="6455" y="16800"/>
                    <a:pt x="3228" y="19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9" name="直线"/>
            <p:cNvSpPr/>
            <p:nvPr/>
          </p:nvSpPr>
          <p:spPr>
            <a:xfrm>
              <a:off x="5285952" y="4102794"/>
              <a:ext cx="216638" cy="2147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455" y="5214"/>
                    <a:pt x="10909" y="10428"/>
                    <a:pt x="14509" y="14028"/>
                  </a:cubicBezTo>
                  <a:cubicBezTo>
                    <a:pt x="18109" y="17628"/>
                    <a:pt x="19855" y="19614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90" name="直线"/>
            <p:cNvSpPr/>
            <p:nvPr/>
          </p:nvSpPr>
          <p:spPr>
            <a:xfrm>
              <a:off x="5830828" y="3517876"/>
              <a:ext cx="137861" cy="1925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800" y="6092"/>
                    <a:pt x="9600" y="12185"/>
                    <a:pt x="13200" y="15785"/>
                  </a:cubicBezTo>
                  <a:cubicBezTo>
                    <a:pt x="16800" y="19385"/>
                    <a:pt x="19200" y="20492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91" name="直线"/>
            <p:cNvSpPr/>
            <p:nvPr/>
          </p:nvSpPr>
          <p:spPr>
            <a:xfrm>
              <a:off x="6047466" y="3312250"/>
              <a:ext cx="158374" cy="3611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5" h="21500" extrusionOk="0">
                  <a:moveTo>
                    <a:pt x="876" y="2545"/>
                  </a:moveTo>
                  <a:cubicBezTo>
                    <a:pt x="4962" y="1663"/>
                    <a:pt x="9049" y="782"/>
                    <a:pt x="12405" y="341"/>
                  </a:cubicBezTo>
                  <a:cubicBezTo>
                    <a:pt x="15762" y="-100"/>
                    <a:pt x="18389" y="-100"/>
                    <a:pt x="19849" y="267"/>
                  </a:cubicBezTo>
                  <a:cubicBezTo>
                    <a:pt x="21308" y="635"/>
                    <a:pt x="21600" y="1369"/>
                    <a:pt x="20286" y="3353"/>
                  </a:cubicBezTo>
                  <a:cubicBezTo>
                    <a:pt x="18973" y="5337"/>
                    <a:pt x="16054" y="8569"/>
                    <a:pt x="12405" y="11802"/>
                  </a:cubicBezTo>
                  <a:cubicBezTo>
                    <a:pt x="8757" y="15035"/>
                    <a:pt x="4378" y="18267"/>
                    <a:pt x="0" y="215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92" name="直线"/>
            <p:cNvSpPr/>
            <p:nvPr/>
          </p:nvSpPr>
          <p:spPr>
            <a:xfrm>
              <a:off x="6008077" y="3503068"/>
              <a:ext cx="65649" cy="14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93" name="直线"/>
            <p:cNvSpPr/>
            <p:nvPr/>
          </p:nvSpPr>
          <p:spPr>
            <a:xfrm>
              <a:off x="5948994" y="3643745"/>
              <a:ext cx="157556" cy="59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94" name="直线"/>
            <p:cNvSpPr/>
            <p:nvPr/>
          </p:nvSpPr>
          <p:spPr>
            <a:xfrm>
              <a:off x="5673273" y="3717785"/>
              <a:ext cx="695868" cy="266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377" y="19200"/>
                    <a:pt x="4755" y="16800"/>
                    <a:pt x="7132" y="14300"/>
                  </a:cubicBezTo>
                  <a:cubicBezTo>
                    <a:pt x="9509" y="11800"/>
                    <a:pt x="11887" y="9200"/>
                    <a:pt x="14298" y="6800"/>
                  </a:cubicBezTo>
                  <a:cubicBezTo>
                    <a:pt x="16709" y="4400"/>
                    <a:pt x="19155" y="2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95" name="直线"/>
            <p:cNvSpPr/>
            <p:nvPr/>
          </p:nvSpPr>
          <p:spPr>
            <a:xfrm>
              <a:off x="6001513" y="3954714"/>
              <a:ext cx="13130" cy="2295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96" name="直线"/>
            <p:cNvSpPr/>
            <p:nvPr/>
          </p:nvSpPr>
          <p:spPr>
            <a:xfrm>
              <a:off x="6086855" y="3900041"/>
              <a:ext cx="119310" cy="3064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2" h="21454" extrusionOk="0">
                  <a:moveTo>
                    <a:pt x="0" y="5902"/>
                  </a:moveTo>
                  <a:cubicBezTo>
                    <a:pt x="2356" y="4347"/>
                    <a:pt x="4713" y="2792"/>
                    <a:pt x="7069" y="1668"/>
                  </a:cubicBezTo>
                  <a:cubicBezTo>
                    <a:pt x="9425" y="545"/>
                    <a:pt x="11782" y="-146"/>
                    <a:pt x="14727" y="27"/>
                  </a:cubicBezTo>
                  <a:cubicBezTo>
                    <a:pt x="17673" y="200"/>
                    <a:pt x="21207" y="1236"/>
                    <a:pt x="21404" y="4088"/>
                  </a:cubicBezTo>
                  <a:cubicBezTo>
                    <a:pt x="21600" y="6939"/>
                    <a:pt x="18458" y="11604"/>
                    <a:pt x="15513" y="14801"/>
                  </a:cubicBezTo>
                  <a:cubicBezTo>
                    <a:pt x="12567" y="17998"/>
                    <a:pt x="9818" y="19726"/>
                    <a:pt x="7069" y="2145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97" name="直线"/>
            <p:cNvSpPr/>
            <p:nvPr/>
          </p:nvSpPr>
          <p:spPr>
            <a:xfrm>
              <a:off x="6054031" y="4065774"/>
              <a:ext cx="85343" cy="222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98" name="直线"/>
            <p:cNvSpPr/>
            <p:nvPr/>
          </p:nvSpPr>
          <p:spPr>
            <a:xfrm>
              <a:off x="6047466" y="4154622"/>
              <a:ext cx="59084" cy="59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99" name="直线"/>
            <p:cNvSpPr/>
            <p:nvPr/>
          </p:nvSpPr>
          <p:spPr>
            <a:xfrm>
              <a:off x="6093419" y="4050966"/>
              <a:ext cx="45955" cy="422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5429" y="1516"/>
                    <a:pt x="9257" y="3032"/>
                    <a:pt x="5657" y="6316"/>
                  </a:cubicBezTo>
                  <a:cubicBezTo>
                    <a:pt x="2057" y="9600"/>
                    <a:pt x="1029" y="14653"/>
                    <a:pt x="514" y="17495"/>
                  </a:cubicBezTo>
                  <a:cubicBezTo>
                    <a:pt x="0" y="20337"/>
                    <a:pt x="0" y="2096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00" name="直线"/>
            <p:cNvSpPr/>
            <p:nvPr/>
          </p:nvSpPr>
          <p:spPr>
            <a:xfrm>
              <a:off x="6014642" y="4332319"/>
              <a:ext cx="183815" cy="740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01" name="直线"/>
            <p:cNvSpPr/>
            <p:nvPr/>
          </p:nvSpPr>
          <p:spPr>
            <a:xfrm>
              <a:off x="5872165" y="4510015"/>
              <a:ext cx="516670" cy="870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9" h="21168" extrusionOk="0">
                  <a:moveTo>
                    <a:pt x="1013" y="14400"/>
                  </a:moveTo>
                  <a:cubicBezTo>
                    <a:pt x="466" y="16800"/>
                    <a:pt x="-81" y="19200"/>
                    <a:pt x="10" y="20400"/>
                  </a:cubicBezTo>
                  <a:cubicBezTo>
                    <a:pt x="101" y="21600"/>
                    <a:pt x="830" y="21600"/>
                    <a:pt x="2790" y="18900"/>
                  </a:cubicBezTo>
                  <a:cubicBezTo>
                    <a:pt x="4749" y="16200"/>
                    <a:pt x="7939" y="10800"/>
                    <a:pt x="11266" y="7200"/>
                  </a:cubicBezTo>
                  <a:cubicBezTo>
                    <a:pt x="14592" y="3600"/>
                    <a:pt x="18056" y="1800"/>
                    <a:pt x="21519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02" name="直线"/>
            <p:cNvSpPr/>
            <p:nvPr/>
          </p:nvSpPr>
          <p:spPr>
            <a:xfrm>
              <a:off x="6703944" y="3354988"/>
              <a:ext cx="32825" cy="429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490"/>
                  </a:moveTo>
                  <a:cubicBezTo>
                    <a:pt x="1440" y="745"/>
                    <a:pt x="2880" y="0"/>
                    <a:pt x="5040" y="0"/>
                  </a:cubicBezTo>
                  <a:cubicBezTo>
                    <a:pt x="7200" y="0"/>
                    <a:pt x="10080" y="745"/>
                    <a:pt x="12960" y="3166"/>
                  </a:cubicBezTo>
                  <a:cubicBezTo>
                    <a:pt x="15840" y="5586"/>
                    <a:pt x="18720" y="9683"/>
                    <a:pt x="20160" y="13034"/>
                  </a:cubicBezTo>
                  <a:cubicBezTo>
                    <a:pt x="21600" y="16386"/>
                    <a:pt x="21600" y="18993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03" name="直线"/>
            <p:cNvSpPr/>
            <p:nvPr/>
          </p:nvSpPr>
          <p:spPr>
            <a:xfrm>
              <a:off x="6769592" y="3325920"/>
              <a:ext cx="134323" cy="400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5" h="21509" extrusionOk="0">
                  <a:moveTo>
                    <a:pt x="0" y="2356"/>
                  </a:moveTo>
                  <a:cubicBezTo>
                    <a:pt x="1394" y="1694"/>
                    <a:pt x="2787" y="1031"/>
                    <a:pt x="4355" y="634"/>
                  </a:cubicBezTo>
                  <a:cubicBezTo>
                    <a:pt x="5923" y="236"/>
                    <a:pt x="7665" y="104"/>
                    <a:pt x="10103" y="37"/>
                  </a:cubicBezTo>
                  <a:cubicBezTo>
                    <a:pt x="12542" y="-29"/>
                    <a:pt x="15677" y="-29"/>
                    <a:pt x="17768" y="236"/>
                  </a:cubicBezTo>
                  <a:cubicBezTo>
                    <a:pt x="19858" y="501"/>
                    <a:pt x="20903" y="1031"/>
                    <a:pt x="21252" y="3151"/>
                  </a:cubicBezTo>
                  <a:cubicBezTo>
                    <a:pt x="21600" y="5272"/>
                    <a:pt x="21252" y="8982"/>
                    <a:pt x="20381" y="12030"/>
                  </a:cubicBezTo>
                  <a:cubicBezTo>
                    <a:pt x="19510" y="15078"/>
                    <a:pt x="18116" y="17463"/>
                    <a:pt x="16897" y="19053"/>
                  </a:cubicBezTo>
                  <a:cubicBezTo>
                    <a:pt x="15677" y="20643"/>
                    <a:pt x="14632" y="21438"/>
                    <a:pt x="13936" y="21505"/>
                  </a:cubicBezTo>
                  <a:cubicBezTo>
                    <a:pt x="13239" y="21571"/>
                    <a:pt x="12890" y="20908"/>
                    <a:pt x="12542" y="2024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04" name="直线"/>
            <p:cNvSpPr/>
            <p:nvPr/>
          </p:nvSpPr>
          <p:spPr>
            <a:xfrm>
              <a:off x="6756462" y="3517876"/>
              <a:ext cx="45955" cy="222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05" name="直线"/>
            <p:cNvSpPr/>
            <p:nvPr/>
          </p:nvSpPr>
          <p:spPr>
            <a:xfrm>
              <a:off x="6737270" y="3702977"/>
              <a:ext cx="52017" cy="41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38" h="19977" extrusionOk="0">
                  <a:moveTo>
                    <a:pt x="20538" y="3600"/>
                  </a:moveTo>
                  <a:cubicBezTo>
                    <a:pt x="16218" y="7200"/>
                    <a:pt x="11898" y="10800"/>
                    <a:pt x="7578" y="14400"/>
                  </a:cubicBezTo>
                  <a:cubicBezTo>
                    <a:pt x="3258" y="18000"/>
                    <a:pt x="-1062" y="21600"/>
                    <a:pt x="234" y="19200"/>
                  </a:cubicBezTo>
                  <a:cubicBezTo>
                    <a:pt x="1530" y="16800"/>
                    <a:pt x="8442" y="8400"/>
                    <a:pt x="15354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06" name="直线"/>
            <p:cNvSpPr/>
            <p:nvPr/>
          </p:nvSpPr>
          <p:spPr>
            <a:xfrm>
              <a:off x="6992794" y="3297026"/>
              <a:ext cx="260341" cy="2578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5" h="21494" extrusionOk="0">
                  <a:moveTo>
                    <a:pt x="0" y="7917"/>
                  </a:moveTo>
                  <a:cubicBezTo>
                    <a:pt x="3780" y="5860"/>
                    <a:pt x="7560" y="3803"/>
                    <a:pt x="10710" y="2465"/>
                  </a:cubicBezTo>
                  <a:cubicBezTo>
                    <a:pt x="13860" y="1128"/>
                    <a:pt x="16380" y="511"/>
                    <a:pt x="18090" y="203"/>
                  </a:cubicBezTo>
                  <a:cubicBezTo>
                    <a:pt x="19800" y="-106"/>
                    <a:pt x="20700" y="-106"/>
                    <a:pt x="21150" y="511"/>
                  </a:cubicBezTo>
                  <a:cubicBezTo>
                    <a:pt x="21600" y="1128"/>
                    <a:pt x="21600" y="2363"/>
                    <a:pt x="20160" y="4934"/>
                  </a:cubicBezTo>
                  <a:cubicBezTo>
                    <a:pt x="18720" y="7505"/>
                    <a:pt x="15840" y="11414"/>
                    <a:pt x="13680" y="14397"/>
                  </a:cubicBezTo>
                  <a:cubicBezTo>
                    <a:pt x="11520" y="17380"/>
                    <a:pt x="10080" y="19437"/>
                    <a:pt x="8640" y="2149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07" name="直线"/>
            <p:cNvSpPr/>
            <p:nvPr/>
          </p:nvSpPr>
          <p:spPr>
            <a:xfrm>
              <a:off x="7005924" y="3466048"/>
              <a:ext cx="78778" cy="1776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08" name="直线"/>
            <p:cNvSpPr/>
            <p:nvPr/>
          </p:nvSpPr>
          <p:spPr>
            <a:xfrm>
              <a:off x="6979665" y="3710381"/>
              <a:ext cx="32825" cy="185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880" y="6048"/>
                    <a:pt x="5760" y="12096"/>
                    <a:pt x="9360" y="15696"/>
                  </a:cubicBezTo>
                  <a:cubicBezTo>
                    <a:pt x="12960" y="19296"/>
                    <a:pt x="17280" y="20448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09" name="直线"/>
            <p:cNvSpPr/>
            <p:nvPr/>
          </p:nvSpPr>
          <p:spPr>
            <a:xfrm>
              <a:off x="7038747" y="3683009"/>
              <a:ext cx="96484" cy="2075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1125" extrusionOk="0">
                  <a:moveTo>
                    <a:pt x="0" y="6553"/>
                  </a:moveTo>
                  <a:cubicBezTo>
                    <a:pt x="4320" y="4293"/>
                    <a:pt x="8640" y="2032"/>
                    <a:pt x="12240" y="902"/>
                  </a:cubicBezTo>
                  <a:cubicBezTo>
                    <a:pt x="15840" y="-228"/>
                    <a:pt x="18720" y="-228"/>
                    <a:pt x="20160" y="525"/>
                  </a:cubicBezTo>
                  <a:cubicBezTo>
                    <a:pt x="21600" y="1279"/>
                    <a:pt x="21600" y="2786"/>
                    <a:pt x="19440" y="5298"/>
                  </a:cubicBezTo>
                  <a:cubicBezTo>
                    <a:pt x="17280" y="7809"/>
                    <a:pt x="12960" y="11325"/>
                    <a:pt x="9840" y="13586"/>
                  </a:cubicBezTo>
                  <a:cubicBezTo>
                    <a:pt x="6720" y="15846"/>
                    <a:pt x="4800" y="16851"/>
                    <a:pt x="3360" y="17981"/>
                  </a:cubicBezTo>
                  <a:cubicBezTo>
                    <a:pt x="1920" y="19112"/>
                    <a:pt x="960" y="20367"/>
                    <a:pt x="1680" y="20870"/>
                  </a:cubicBezTo>
                  <a:cubicBezTo>
                    <a:pt x="2400" y="21372"/>
                    <a:pt x="4800" y="21121"/>
                    <a:pt x="7680" y="20242"/>
                  </a:cubicBezTo>
                  <a:cubicBezTo>
                    <a:pt x="10560" y="19363"/>
                    <a:pt x="13920" y="17856"/>
                    <a:pt x="17280" y="1634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10" name="直线"/>
            <p:cNvSpPr/>
            <p:nvPr/>
          </p:nvSpPr>
          <p:spPr>
            <a:xfrm>
              <a:off x="6629392" y="4102794"/>
              <a:ext cx="87683" cy="66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0" h="21600" extrusionOk="0">
                  <a:moveTo>
                    <a:pt x="564" y="0"/>
                  </a:moveTo>
                  <a:cubicBezTo>
                    <a:pt x="37" y="4000"/>
                    <a:pt x="-490" y="8000"/>
                    <a:pt x="827" y="11600"/>
                  </a:cubicBezTo>
                  <a:cubicBezTo>
                    <a:pt x="2144" y="15200"/>
                    <a:pt x="5305" y="18400"/>
                    <a:pt x="8993" y="20000"/>
                  </a:cubicBezTo>
                  <a:cubicBezTo>
                    <a:pt x="12681" y="21600"/>
                    <a:pt x="16895" y="21600"/>
                    <a:pt x="2111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11" name="直线"/>
            <p:cNvSpPr/>
            <p:nvPr/>
          </p:nvSpPr>
          <p:spPr>
            <a:xfrm>
              <a:off x="6848369" y="4026049"/>
              <a:ext cx="288851" cy="84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42" extrusionOk="0">
                  <a:moveTo>
                    <a:pt x="0" y="6231"/>
                  </a:moveTo>
                  <a:cubicBezTo>
                    <a:pt x="327" y="9316"/>
                    <a:pt x="655" y="12402"/>
                    <a:pt x="1145" y="14871"/>
                  </a:cubicBezTo>
                  <a:cubicBezTo>
                    <a:pt x="1636" y="17339"/>
                    <a:pt x="2291" y="19191"/>
                    <a:pt x="3600" y="20116"/>
                  </a:cubicBezTo>
                  <a:cubicBezTo>
                    <a:pt x="4909" y="21042"/>
                    <a:pt x="6873" y="21042"/>
                    <a:pt x="8755" y="18882"/>
                  </a:cubicBezTo>
                  <a:cubicBezTo>
                    <a:pt x="10636" y="16722"/>
                    <a:pt x="12436" y="12402"/>
                    <a:pt x="14236" y="8082"/>
                  </a:cubicBezTo>
                  <a:cubicBezTo>
                    <a:pt x="16036" y="3762"/>
                    <a:pt x="17836" y="-558"/>
                    <a:pt x="18818" y="59"/>
                  </a:cubicBezTo>
                  <a:cubicBezTo>
                    <a:pt x="19800" y="676"/>
                    <a:pt x="19964" y="6231"/>
                    <a:pt x="20291" y="10551"/>
                  </a:cubicBezTo>
                  <a:cubicBezTo>
                    <a:pt x="20618" y="14871"/>
                    <a:pt x="21109" y="17956"/>
                    <a:pt x="21600" y="2104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12" name="直线"/>
            <p:cNvSpPr/>
            <p:nvPr/>
          </p:nvSpPr>
          <p:spPr>
            <a:xfrm>
              <a:off x="7340727" y="3962118"/>
              <a:ext cx="131297" cy="185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240" y="1728"/>
                    <a:pt x="6480" y="3456"/>
                    <a:pt x="10080" y="7056"/>
                  </a:cubicBezTo>
                  <a:cubicBezTo>
                    <a:pt x="13680" y="10656"/>
                    <a:pt x="17640" y="16128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13" name="直线"/>
            <p:cNvSpPr/>
            <p:nvPr/>
          </p:nvSpPr>
          <p:spPr>
            <a:xfrm>
              <a:off x="-5261" y="5694659"/>
              <a:ext cx="13130" cy="6145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000" y="2863"/>
                    <a:pt x="14400" y="5725"/>
                    <a:pt x="10800" y="8978"/>
                  </a:cubicBezTo>
                  <a:cubicBezTo>
                    <a:pt x="7200" y="12231"/>
                    <a:pt x="3600" y="15875"/>
                    <a:pt x="1800" y="18043"/>
                  </a:cubicBezTo>
                  <a:cubicBezTo>
                    <a:pt x="0" y="20212"/>
                    <a:pt x="0" y="20906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14" name="直线"/>
            <p:cNvSpPr/>
            <p:nvPr/>
          </p:nvSpPr>
          <p:spPr>
            <a:xfrm>
              <a:off x="47257" y="5746487"/>
              <a:ext cx="269157" cy="1776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917" y="16800"/>
                    <a:pt x="9834" y="12000"/>
                    <a:pt x="13434" y="8400"/>
                  </a:cubicBezTo>
                  <a:cubicBezTo>
                    <a:pt x="17034" y="4800"/>
                    <a:pt x="19317" y="24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15" name="直线"/>
            <p:cNvSpPr/>
            <p:nvPr/>
          </p:nvSpPr>
          <p:spPr>
            <a:xfrm>
              <a:off x="171988" y="5546578"/>
              <a:ext cx="6566" cy="3405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4226"/>
                    <a:pt x="14400" y="8452"/>
                    <a:pt x="18000" y="12052"/>
                  </a:cubicBezTo>
                  <a:cubicBezTo>
                    <a:pt x="21600" y="15652"/>
                    <a:pt x="21600" y="18626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16" name="直线"/>
            <p:cNvSpPr/>
            <p:nvPr/>
          </p:nvSpPr>
          <p:spPr>
            <a:xfrm>
              <a:off x="153023" y="5992172"/>
              <a:ext cx="113475" cy="3318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42" h="21512" extrusionOk="0">
                  <a:moveTo>
                    <a:pt x="1067" y="1352"/>
                  </a:moveTo>
                  <a:cubicBezTo>
                    <a:pt x="267" y="2152"/>
                    <a:pt x="-533" y="2952"/>
                    <a:pt x="467" y="2952"/>
                  </a:cubicBezTo>
                  <a:cubicBezTo>
                    <a:pt x="1467" y="2952"/>
                    <a:pt x="4267" y="2152"/>
                    <a:pt x="6867" y="1512"/>
                  </a:cubicBezTo>
                  <a:cubicBezTo>
                    <a:pt x="9467" y="872"/>
                    <a:pt x="11867" y="392"/>
                    <a:pt x="14067" y="152"/>
                  </a:cubicBezTo>
                  <a:cubicBezTo>
                    <a:pt x="16267" y="-88"/>
                    <a:pt x="18267" y="-88"/>
                    <a:pt x="19467" y="472"/>
                  </a:cubicBezTo>
                  <a:cubicBezTo>
                    <a:pt x="20667" y="1032"/>
                    <a:pt x="21067" y="2152"/>
                    <a:pt x="20467" y="5752"/>
                  </a:cubicBezTo>
                  <a:cubicBezTo>
                    <a:pt x="19867" y="9352"/>
                    <a:pt x="18267" y="15432"/>
                    <a:pt x="16667" y="2151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17" name="直线"/>
            <p:cNvSpPr/>
            <p:nvPr/>
          </p:nvSpPr>
          <p:spPr>
            <a:xfrm>
              <a:off x="657782" y="5436026"/>
              <a:ext cx="229768" cy="43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230" extrusionOk="0">
                  <a:moveTo>
                    <a:pt x="21600" y="20230"/>
                  </a:moveTo>
                  <a:cubicBezTo>
                    <a:pt x="20983" y="14546"/>
                    <a:pt x="20366" y="8862"/>
                    <a:pt x="18617" y="4883"/>
                  </a:cubicBezTo>
                  <a:cubicBezTo>
                    <a:pt x="16869" y="904"/>
                    <a:pt x="13989" y="-1370"/>
                    <a:pt x="10697" y="904"/>
                  </a:cubicBezTo>
                  <a:cubicBezTo>
                    <a:pt x="7406" y="3177"/>
                    <a:pt x="3703" y="9998"/>
                    <a:pt x="0" y="1681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18" name="直线"/>
            <p:cNvSpPr/>
            <p:nvPr/>
          </p:nvSpPr>
          <p:spPr>
            <a:xfrm>
              <a:off x="624958" y="5687255"/>
              <a:ext cx="275721" cy="1961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31" extrusionOk="0">
                  <a:moveTo>
                    <a:pt x="0" y="20546"/>
                  </a:moveTo>
                  <a:cubicBezTo>
                    <a:pt x="1886" y="21073"/>
                    <a:pt x="3771" y="21600"/>
                    <a:pt x="7371" y="18176"/>
                  </a:cubicBezTo>
                  <a:cubicBezTo>
                    <a:pt x="10971" y="14751"/>
                    <a:pt x="16286" y="7376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19" name="直线"/>
            <p:cNvSpPr/>
            <p:nvPr/>
          </p:nvSpPr>
          <p:spPr>
            <a:xfrm>
              <a:off x="802207" y="5724275"/>
              <a:ext cx="19695" cy="6145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0"/>
                  </a:moveTo>
                  <a:cubicBezTo>
                    <a:pt x="7200" y="3210"/>
                    <a:pt x="0" y="6419"/>
                    <a:pt x="0" y="9759"/>
                  </a:cubicBezTo>
                  <a:cubicBezTo>
                    <a:pt x="0" y="13099"/>
                    <a:pt x="7200" y="16569"/>
                    <a:pt x="12000" y="18564"/>
                  </a:cubicBezTo>
                  <a:cubicBezTo>
                    <a:pt x="16800" y="20559"/>
                    <a:pt x="19200" y="2108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20" name="直线"/>
            <p:cNvSpPr/>
            <p:nvPr/>
          </p:nvSpPr>
          <p:spPr>
            <a:xfrm>
              <a:off x="598699" y="5909076"/>
              <a:ext cx="237578" cy="355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5" h="21469" extrusionOk="0">
                  <a:moveTo>
                    <a:pt x="20213" y="2252"/>
                  </a:moveTo>
                  <a:cubicBezTo>
                    <a:pt x="20807" y="1210"/>
                    <a:pt x="21402" y="167"/>
                    <a:pt x="21501" y="18"/>
                  </a:cubicBezTo>
                  <a:cubicBezTo>
                    <a:pt x="21600" y="-131"/>
                    <a:pt x="21204" y="614"/>
                    <a:pt x="18925" y="3221"/>
                  </a:cubicBezTo>
                  <a:cubicBezTo>
                    <a:pt x="16646" y="5828"/>
                    <a:pt x="12484" y="10297"/>
                    <a:pt x="9017" y="13648"/>
                  </a:cubicBezTo>
                  <a:cubicBezTo>
                    <a:pt x="5549" y="17000"/>
                    <a:pt x="2774" y="19235"/>
                    <a:pt x="0" y="2146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21" name="直线"/>
            <p:cNvSpPr/>
            <p:nvPr/>
          </p:nvSpPr>
          <p:spPr>
            <a:xfrm>
              <a:off x="854725" y="5976012"/>
              <a:ext cx="177250" cy="444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933" y="7200"/>
                    <a:pt x="5867" y="14400"/>
                    <a:pt x="9467" y="18000"/>
                  </a:cubicBezTo>
                  <a:cubicBezTo>
                    <a:pt x="13067" y="21600"/>
                    <a:pt x="17333" y="216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22" name="直线"/>
            <p:cNvSpPr/>
            <p:nvPr/>
          </p:nvSpPr>
          <p:spPr>
            <a:xfrm>
              <a:off x="1038539" y="5887164"/>
              <a:ext cx="72213" cy="207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236" y="4629"/>
                    <a:pt x="10473" y="9257"/>
                    <a:pt x="14073" y="12857"/>
                  </a:cubicBezTo>
                  <a:cubicBezTo>
                    <a:pt x="17673" y="16457"/>
                    <a:pt x="19636" y="19029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23" name="直线"/>
            <p:cNvSpPr/>
            <p:nvPr/>
          </p:nvSpPr>
          <p:spPr>
            <a:xfrm>
              <a:off x="1117316" y="5821035"/>
              <a:ext cx="86075" cy="250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3" h="21248" extrusionOk="0">
                  <a:moveTo>
                    <a:pt x="0" y="3731"/>
                  </a:moveTo>
                  <a:cubicBezTo>
                    <a:pt x="2634" y="2683"/>
                    <a:pt x="5268" y="1634"/>
                    <a:pt x="8693" y="900"/>
                  </a:cubicBezTo>
                  <a:cubicBezTo>
                    <a:pt x="12117" y="166"/>
                    <a:pt x="16332" y="-253"/>
                    <a:pt x="18702" y="166"/>
                  </a:cubicBezTo>
                  <a:cubicBezTo>
                    <a:pt x="21073" y="586"/>
                    <a:pt x="21600" y="1844"/>
                    <a:pt x="18966" y="4990"/>
                  </a:cubicBezTo>
                  <a:cubicBezTo>
                    <a:pt x="16332" y="8135"/>
                    <a:pt x="10537" y="13168"/>
                    <a:pt x="6585" y="16419"/>
                  </a:cubicBezTo>
                  <a:cubicBezTo>
                    <a:pt x="2634" y="19669"/>
                    <a:pt x="527" y="21137"/>
                    <a:pt x="1054" y="21242"/>
                  </a:cubicBezTo>
                  <a:cubicBezTo>
                    <a:pt x="1581" y="21347"/>
                    <a:pt x="4741" y="20089"/>
                    <a:pt x="8429" y="18621"/>
                  </a:cubicBezTo>
                  <a:cubicBezTo>
                    <a:pt x="12117" y="17153"/>
                    <a:pt x="16332" y="15475"/>
                    <a:pt x="20546" y="1379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24" name="直线"/>
            <p:cNvSpPr/>
            <p:nvPr/>
          </p:nvSpPr>
          <p:spPr>
            <a:xfrm>
              <a:off x="1510033" y="5338959"/>
              <a:ext cx="193444" cy="559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6" h="21474" extrusionOk="0">
                  <a:moveTo>
                    <a:pt x="15248" y="1433"/>
                  </a:moveTo>
                  <a:cubicBezTo>
                    <a:pt x="15968" y="770"/>
                    <a:pt x="16688" y="106"/>
                    <a:pt x="17048" y="12"/>
                  </a:cubicBezTo>
                  <a:cubicBezTo>
                    <a:pt x="17408" y="-83"/>
                    <a:pt x="17408" y="391"/>
                    <a:pt x="15728" y="1528"/>
                  </a:cubicBezTo>
                  <a:cubicBezTo>
                    <a:pt x="14048" y="2664"/>
                    <a:pt x="10688" y="4464"/>
                    <a:pt x="8168" y="5791"/>
                  </a:cubicBezTo>
                  <a:cubicBezTo>
                    <a:pt x="5648" y="7117"/>
                    <a:pt x="3968" y="7970"/>
                    <a:pt x="2888" y="8633"/>
                  </a:cubicBezTo>
                  <a:cubicBezTo>
                    <a:pt x="1808" y="9296"/>
                    <a:pt x="1328" y="9770"/>
                    <a:pt x="1808" y="10006"/>
                  </a:cubicBezTo>
                  <a:cubicBezTo>
                    <a:pt x="2288" y="10243"/>
                    <a:pt x="3728" y="10243"/>
                    <a:pt x="6608" y="10149"/>
                  </a:cubicBezTo>
                  <a:cubicBezTo>
                    <a:pt x="9488" y="10054"/>
                    <a:pt x="13808" y="9864"/>
                    <a:pt x="16568" y="9817"/>
                  </a:cubicBezTo>
                  <a:cubicBezTo>
                    <a:pt x="19328" y="9770"/>
                    <a:pt x="20528" y="9864"/>
                    <a:pt x="21008" y="10196"/>
                  </a:cubicBezTo>
                  <a:cubicBezTo>
                    <a:pt x="21488" y="10528"/>
                    <a:pt x="21248" y="11096"/>
                    <a:pt x="19088" y="12422"/>
                  </a:cubicBezTo>
                  <a:cubicBezTo>
                    <a:pt x="16928" y="13749"/>
                    <a:pt x="12848" y="15833"/>
                    <a:pt x="9728" y="17301"/>
                  </a:cubicBezTo>
                  <a:cubicBezTo>
                    <a:pt x="6608" y="18770"/>
                    <a:pt x="4448" y="19622"/>
                    <a:pt x="2768" y="20285"/>
                  </a:cubicBezTo>
                  <a:cubicBezTo>
                    <a:pt x="1088" y="20949"/>
                    <a:pt x="-112" y="21422"/>
                    <a:pt x="8" y="21470"/>
                  </a:cubicBezTo>
                  <a:cubicBezTo>
                    <a:pt x="128" y="21517"/>
                    <a:pt x="1568" y="21138"/>
                    <a:pt x="3968" y="20664"/>
                  </a:cubicBezTo>
                  <a:cubicBezTo>
                    <a:pt x="6368" y="20191"/>
                    <a:pt x="9728" y="19622"/>
                    <a:pt x="13088" y="1905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25" name="直线"/>
            <p:cNvSpPr/>
            <p:nvPr/>
          </p:nvSpPr>
          <p:spPr>
            <a:xfrm>
              <a:off x="1609675" y="6027841"/>
              <a:ext cx="118167" cy="1702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26" name="直线"/>
            <p:cNvSpPr/>
            <p:nvPr/>
          </p:nvSpPr>
          <p:spPr>
            <a:xfrm>
              <a:off x="1878831" y="5272697"/>
              <a:ext cx="286708" cy="429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0" h="21473" extrusionOk="0">
                  <a:moveTo>
                    <a:pt x="8836" y="4440"/>
                  </a:moveTo>
                  <a:cubicBezTo>
                    <a:pt x="12273" y="3082"/>
                    <a:pt x="15709" y="1724"/>
                    <a:pt x="17836" y="922"/>
                  </a:cubicBezTo>
                  <a:cubicBezTo>
                    <a:pt x="19964" y="120"/>
                    <a:pt x="20782" y="-127"/>
                    <a:pt x="21191" y="58"/>
                  </a:cubicBezTo>
                  <a:cubicBezTo>
                    <a:pt x="21600" y="243"/>
                    <a:pt x="21600" y="860"/>
                    <a:pt x="20455" y="2835"/>
                  </a:cubicBezTo>
                  <a:cubicBezTo>
                    <a:pt x="19309" y="4810"/>
                    <a:pt x="17018" y="8143"/>
                    <a:pt x="13827" y="11290"/>
                  </a:cubicBezTo>
                  <a:cubicBezTo>
                    <a:pt x="10636" y="14438"/>
                    <a:pt x="6545" y="17400"/>
                    <a:pt x="4091" y="19066"/>
                  </a:cubicBezTo>
                  <a:cubicBezTo>
                    <a:pt x="1636" y="20732"/>
                    <a:pt x="818" y="21103"/>
                    <a:pt x="0" y="2147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27" name="直线"/>
            <p:cNvSpPr/>
            <p:nvPr/>
          </p:nvSpPr>
          <p:spPr>
            <a:xfrm>
              <a:off x="2082339" y="5539175"/>
              <a:ext cx="98472" cy="88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3600"/>
                    <a:pt x="0" y="7200"/>
                    <a:pt x="3600" y="10800"/>
                  </a:cubicBezTo>
                  <a:cubicBezTo>
                    <a:pt x="7200" y="14400"/>
                    <a:pt x="14400" y="180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28" name="直线"/>
            <p:cNvSpPr/>
            <p:nvPr/>
          </p:nvSpPr>
          <p:spPr>
            <a:xfrm>
              <a:off x="2069209" y="5729486"/>
              <a:ext cx="77452" cy="268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6" h="21382" extrusionOk="0">
                  <a:moveTo>
                    <a:pt x="0" y="3709"/>
                  </a:moveTo>
                  <a:cubicBezTo>
                    <a:pt x="3600" y="2531"/>
                    <a:pt x="7200" y="1353"/>
                    <a:pt x="10800" y="666"/>
                  </a:cubicBezTo>
                  <a:cubicBezTo>
                    <a:pt x="14400" y="-22"/>
                    <a:pt x="18000" y="-218"/>
                    <a:pt x="19800" y="273"/>
                  </a:cubicBezTo>
                  <a:cubicBezTo>
                    <a:pt x="21600" y="764"/>
                    <a:pt x="21600" y="1942"/>
                    <a:pt x="20400" y="5575"/>
                  </a:cubicBezTo>
                  <a:cubicBezTo>
                    <a:pt x="19200" y="9207"/>
                    <a:pt x="16800" y="15295"/>
                    <a:pt x="14400" y="2138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29" name="直线"/>
            <p:cNvSpPr/>
            <p:nvPr/>
          </p:nvSpPr>
          <p:spPr>
            <a:xfrm>
              <a:off x="2020727" y="5938992"/>
              <a:ext cx="160084" cy="945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3" h="21221" extrusionOk="0">
                  <a:moveTo>
                    <a:pt x="2088" y="16615"/>
                  </a:moveTo>
                  <a:cubicBezTo>
                    <a:pt x="921" y="18277"/>
                    <a:pt x="-247" y="19938"/>
                    <a:pt x="45" y="20769"/>
                  </a:cubicBezTo>
                  <a:cubicBezTo>
                    <a:pt x="337" y="21600"/>
                    <a:pt x="2088" y="21600"/>
                    <a:pt x="5883" y="18000"/>
                  </a:cubicBezTo>
                  <a:cubicBezTo>
                    <a:pt x="9677" y="14400"/>
                    <a:pt x="15515" y="7200"/>
                    <a:pt x="21353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30" name="直线"/>
            <p:cNvSpPr/>
            <p:nvPr/>
          </p:nvSpPr>
          <p:spPr>
            <a:xfrm>
              <a:off x="2535309" y="5176378"/>
              <a:ext cx="367628" cy="185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986" y="17856"/>
                    <a:pt x="7971" y="14112"/>
                    <a:pt x="11571" y="10512"/>
                  </a:cubicBezTo>
                  <a:cubicBezTo>
                    <a:pt x="15171" y="6912"/>
                    <a:pt x="18386" y="3456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31" name="直线"/>
            <p:cNvSpPr/>
            <p:nvPr/>
          </p:nvSpPr>
          <p:spPr>
            <a:xfrm>
              <a:off x="2489355" y="5479942"/>
              <a:ext cx="45955" cy="5775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486" y="3138"/>
                    <a:pt x="13371" y="6277"/>
                    <a:pt x="10286" y="9508"/>
                  </a:cubicBezTo>
                  <a:cubicBezTo>
                    <a:pt x="7200" y="12738"/>
                    <a:pt x="5143" y="16062"/>
                    <a:pt x="3600" y="18092"/>
                  </a:cubicBezTo>
                  <a:cubicBezTo>
                    <a:pt x="2057" y="20123"/>
                    <a:pt x="1029" y="2086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32" name="直线"/>
            <p:cNvSpPr/>
            <p:nvPr/>
          </p:nvSpPr>
          <p:spPr>
            <a:xfrm>
              <a:off x="2555003" y="5587171"/>
              <a:ext cx="469735" cy="409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230" extrusionOk="0">
                  <a:moveTo>
                    <a:pt x="0" y="8634"/>
                  </a:moveTo>
                  <a:cubicBezTo>
                    <a:pt x="2588" y="7356"/>
                    <a:pt x="5176" y="6078"/>
                    <a:pt x="8112" y="4544"/>
                  </a:cubicBezTo>
                  <a:cubicBezTo>
                    <a:pt x="11049" y="3010"/>
                    <a:pt x="14334" y="1221"/>
                    <a:pt x="16573" y="454"/>
                  </a:cubicBezTo>
                  <a:cubicBezTo>
                    <a:pt x="18813" y="-313"/>
                    <a:pt x="20007" y="-57"/>
                    <a:pt x="20704" y="837"/>
                  </a:cubicBezTo>
                  <a:cubicBezTo>
                    <a:pt x="21401" y="1732"/>
                    <a:pt x="21600" y="3266"/>
                    <a:pt x="21053" y="5694"/>
                  </a:cubicBezTo>
                  <a:cubicBezTo>
                    <a:pt x="20505" y="8123"/>
                    <a:pt x="19211" y="11446"/>
                    <a:pt x="17917" y="14066"/>
                  </a:cubicBezTo>
                  <a:cubicBezTo>
                    <a:pt x="16623" y="16686"/>
                    <a:pt x="15329" y="18603"/>
                    <a:pt x="14383" y="19753"/>
                  </a:cubicBezTo>
                  <a:cubicBezTo>
                    <a:pt x="13438" y="20904"/>
                    <a:pt x="12841" y="21287"/>
                    <a:pt x="12393" y="21223"/>
                  </a:cubicBezTo>
                  <a:cubicBezTo>
                    <a:pt x="11945" y="21159"/>
                    <a:pt x="11646" y="20648"/>
                    <a:pt x="11347" y="2013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33" name="直线"/>
            <p:cNvSpPr/>
            <p:nvPr/>
          </p:nvSpPr>
          <p:spPr>
            <a:xfrm>
              <a:off x="2692863" y="5479942"/>
              <a:ext cx="137862" cy="459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514" y="3484"/>
                    <a:pt x="15429" y="6968"/>
                    <a:pt x="11829" y="10568"/>
                  </a:cubicBezTo>
                  <a:cubicBezTo>
                    <a:pt x="8229" y="14168"/>
                    <a:pt x="4114" y="17884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34" name="直线"/>
            <p:cNvSpPr/>
            <p:nvPr/>
          </p:nvSpPr>
          <p:spPr>
            <a:xfrm>
              <a:off x="3434402" y="5198590"/>
              <a:ext cx="125013" cy="2034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6" h="21197" extrusionOk="0">
                  <a:moveTo>
                    <a:pt x="21276" y="0"/>
                  </a:moveTo>
                  <a:cubicBezTo>
                    <a:pt x="16062" y="5400"/>
                    <a:pt x="10848" y="10800"/>
                    <a:pt x="6938" y="14529"/>
                  </a:cubicBezTo>
                  <a:cubicBezTo>
                    <a:pt x="3028" y="18257"/>
                    <a:pt x="421" y="20314"/>
                    <a:pt x="48" y="20957"/>
                  </a:cubicBezTo>
                  <a:cubicBezTo>
                    <a:pt x="-324" y="21600"/>
                    <a:pt x="1538" y="20829"/>
                    <a:pt x="3400" y="2005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35" name="直线"/>
            <p:cNvSpPr/>
            <p:nvPr/>
          </p:nvSpPr>
          <p:spPr>
            <a:xfrm>
              <a:off x="3449597" y="5302246"/>
              <a:ext cx="221420" cy="873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7" h="21600" extrusionOk="0">
                  <a:moveTo>
                    <a:pt x="21427" y="0"/>
                  </a:moveTo>
                  <a:cubicBezTo>
                    <a:pt x="17615" y="1525"/>
                    <a:pt x="13803" y="3051"/>
                    <a:pt x="10415" y="4210"/>
                  </a:cubicBezTo>
                  <a:cubicBezTo>
                    <a:pt x="7027" y="5369"/>
                    <a:pt x="4062" y="6163"/>
                    <a:pt x="2262" y="6681"/>
                  </a:cubicBezTo>
                  <a:cubicBezTo>
                    <a:pt x="462" y="7200"/>
                    <a:pt x="-173" y="7444"/>
                    <a:pt x="39" y="7505"/>
                  </a:cubicBezTo>
                  <a:cubicBezTo>
                    <a:pt x="251" y="7566"/>
                    <a:pt x="1309" y="7444"/>
                    <a:pt x="3109" y="7139"/>
                  </a:cubicBezTo>
                  <a:cubicBezTo>
                    <a:pt x="4909" y="6834"/>
                    <a:pt x="7451" y="6346"/>
                    <a:pt x="9251" y="6041"/>
                  </a:cubicBezTo>
                  <a:cubicBezTo>
                    <a:pt x="11051" y="5736"/>
                    <a:pt x="12109" y="5614"/>
                    <a:pt x="13062" y="5675"/>
                  </a:cubicBezTo>
                  <a:cubicBezTo>
                    <a:pt x="14015" y="5736"/>
                    <a:pt x="14862" y="5980"/>
                    <a:pt x="15180" y="7200"/>
                  </a:cubicBezTo>
                  <a:cubicBezTo>
                    <a:pt x="15498" y="8420"/>
                    <a:pt x="15286" y="10617"/>
                    <a:pt x="14862" y="12844"/>
                  </a:cubicBezTo>
                  <a:cubicBezTo>
                    <a:pt x="14439" y="15071"/>
                    <a:pt x="13803" y="17329"/>
                    <a:pt x="13592" y="18793"/>
                  </a:cubicBezTo>
                  <a:cubicBezTo>
                    <a:pt x="13380" y="20258"/>
                    <a:pt x="13592" y="20929"/>
                    <a:pt x="13803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36" name="直线"/>
            <p:cNvSpPr/>
            <p:nvPr/>
          </p:nvSpPr>
          <p:spPr>
            <a:xfrm>
              <a:off x="3920477" y="5161569"/>
              <a:ext cx="111602" cy="148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37" name="直线"/>
            <p:cNvSpPr/>
            <p:nvPr/>
          </p:nvSpPr>
          <p:spPr>
            <a:xfrm>
              <a:off x="3819477" y="5294842"/>
              <a:ext cx="297945" cy="1936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7" h="21188" extrusionOk="0">
                  <a:moveTo>
                    <a:pt x="1128" y="16200"/>
                  </a:moveTo>
                  <a:cubicBezTo>
                    <a:pt x="498" y="18090"/>
                    <a:pt x="-133" y="19980"/>
                    <a:pt x="25" y="20790"/>
                  </a:cubicBezTo>
                  <a:cubicBezTo>
                    <a:pt x="182" y="21600"/>
                    <a:pt x="1128" y="21330"/>
                    <a:pt x="4124" y="18495"/>
                  </a:cubicBezTo>
                  <a:cubicBezTo>
                    <a:pt x="7120" y="15660"/>
                    <a:pt x="12165" y="10260"/>
                    <a:pt x="15397" y="6750"/>
                  </a:cubicBezTo>
                  <a:cubicBezTo>
                    <a:pt x="18629" y="3240"/>
                    <a:pt x="20048" y="1620"/>
                    <a:pt x="21467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38" name="直线"/>
            <p:cNvSpPr/>
            <p:nvPr/>
          </p:nvSpPr>
          <p:spPr>
            <a:xfrm>
              <a:off x="3966431" y="5457731"/>
              <a:ext cx="39389" cy="3504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5600" y="4107"/>
                    <a:pt x="9600" y="8214"/>
                    <a:pt x="6000" y="11561"/>
                  </a:cubicBezTo>
                  <a:cubicBezTo>
                    <a:pt x="2400" y="14907"/>
                    <a:pt x="1200" y="17493"/>
                    <a:pt x="600" y="19166"/>
                  </a:cubicBezTo>
                  <a:cubicBezTo>
                    <a:pt x="0" y="20839"/>
                    <a:pt x="0" y="21600"/>
                    <a:pt x="0" y="21600"/>
                  </a:cubicBezTo>
                  <a:cubicBezTo>
                    <a:pt x="0" y="21600"/>
                    <a:pt x="0" y="20839"/>
                    <a:pt x="0" y="2007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39" name="直线"/>
            <p:cNvSpPr/>
            <p:nvPr/>
          </p:nvSpPr>
          <p:spPr>
            <a:xfrm>
              <a:off x="3913912" y="5598407"/>
              <a:ext cx="190380" cy="1036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966" y="15943"/>
                    <a:pt x="9931" y="10286"/>
                    <a:pt x="13531" y="6686"/>
                  </a:cubicBezTo>
                  <a:cubicBezTo>
                    <a:pt x="17131" y="3086"/>
                    <a:pt x="19366" y="154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40" name="直线"/>
            <p:cNvSpPr/>
            <p:nvPr/>
          </p:nvSpPr>
          <p:spPr>
            <a:xfrm>
              <a:off x="3876933" y="5761296"/>
              <a:ext cx="332396" cy="175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5" h="21352" extrusionOk="0">
                  <a:moveTo>
                    <a:pt x="692" y="18000"/>
                  </a:moveTo>
                  <a:cubicBezTo>
                    <a:pt x="269" y="19200"/>
                    <a:pt x="-155" y="20400"/>
                    <a:pt x="57" y="21000"/>
                  </a:cubicBezTo>
                  <a:cubicBezTo>
                    <a:pt x="269" y="21600"/>
                    <a:pt x="1116" y="21600"/>
                    <a:pt x="3586" y="19650"/>
                  </a:cubicBezTo>
                  <a:cubicBezTo>
                    <a:pt x="6057" y="17700"/>
                    <a:pt x="10151" y="13800"/>
                    <a:pt x="13398" y="10200"/>
                  </a:cubicBezTo>
                  <a:cubicBezTo>
                    <a:pt x="16645" y="6600"/>
                    <a:pt x="19045" y="3300"/>
                    <a:pt x="21445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41" name="直线"/>
            <p:cNvSpPr/>
            <p:nvPr/>
          </p:nvSpPr>
          <p:spPr>
            <a:xfrm>
              <a:off x="4407301" y="5183782"/>
              <a:ext cx="167027" cy="7071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7" h="21564" extrusionOk="0">
                  <a:moveTo>
                    <a:pt x="17316" y="0"/>
                  </a:moveTo>
                  <a:cubicBezTo>
                    <a:pt x="13439" y="1054"/>
                    <a:pt x="9562" y="2107"/>
                    <a:pt x="7208" y="2860"/>
                  </a:cubicBezTo>
                  <a:cubicBezTo>
                    <a:pt x="4855" y="3613"/>
                    <a:pt x="4024" y="4064"/>
                    <a:pt x="3332" y="4516"/>
                  </a:cubicBezTo>
                  <a:cubicBezTo>
                    <a:pt x="2639" y="4967"/>
                    <a:pt x="2085" y="5419"/>
                    <a:pt x="2501" y="5645"/>
                  </a:cubicBezTo>
                  <a:cubicBezTo>
                    <a:pt x="2916" y="5870"/>
                    <a:pt x="4301" y="5870"/>
                    <a:pt x="6655" y="5607"/>
                  </a:cubicBezTo>
                  <a:cubicBezTo>
                    <a:pt x="9008" y="5344"/>
                    <a:pt x="12332" y="4817"/>
                    <a:pt x="14962" y="4553"/>
                  </a:cubicBezTo>
                  <a:cubicBezTo>
                    <a:pt x="17593" y="4290"/>
                    <a:pt x="19532" y="4290"/>
                    <a:pt x="20501" y="4516"/>
                  </a:cubicBezTo>
                  <a:cubicBezTo>
                    <a:pt x="21470" y="4741"/>
                    <a:pt x="21470" y="5193"/>
                    <a:pt x="19532" y="6171"/>
                  </a:cubicBezTo>
                  <a:cubicBezTo>
                    <a:pt x="17593" y="7150"/>
                    <a:pt x="13716" y="8655"/>
                    <a:pt x="10670" y="9784"/>
                  </a:cubicBezTo>
                  <a:cubicBezTo>
                    <a:pt x="7624" y="10913"/>
                    <a:pt x="5408" y="11666"/>
                    <a:pt x="3470" y="12268"/>
                  </a:cubicBezTo>
                  <a:cubicBezTo>
                    <a:pt x="1532" y="12870"/>
                    <a:pt x="-130" y="13321"/>
                    <a:pt x="8" y="13359"/>
                  </a:cubicBezTo>
                  <a:cubicBezTo>
                    <a:pt x="147" y="13397"/>
                    <a:pt x="2085" y="13020"/>
                    <a:pt x="3747" y="12719"/>
                  </a:cubicBezTo>
                  <a:cubicBezTo>
                    <a:pt x="5408" y="12418"/>
                    <a:pt x="6793" y="12192"/>
                    <a:pt x="8178" y="12042"/>
                  </a:cubicBezTo>
                  <a:cubicBezTo>
                    <a:pt x="9562" y="11891"/>
                    <a:pt x="10947" y="11816"/>
                    <a:pt x="11916" y="12042"/>
                  </a:cubicBezTo>
                  <a:cubicBezTo>
                    <a:pt x="12885" y="12268"/>
                    <a:pt x="13439" y="12794"/>
                    <a:pt x="13439" y="14224"/>
                  </a:cubicBezTo>
                  <a:cubicBezTo>
                    <a:pt x="13439" y="15654"/>
                    <a:pt x="12885" y="17987"/>
                    <a:pt x="12470" y="19455"/>
                  </a:cubicBezTo>
                  <a:cubicBezTo>
                    <a:pt x="12055" y="20923"/>
                    <a:pt x="11778" y="21525"/>
                    <a:pt x="11916" y="21562"/>
                  </a:cubicBezTo>
                  <a:cubicBezTo>
                    <a:pt x="12055" y="21600"/>
                    <a:pt x="12608" y="21073"/>
                    <a:pt x="13162" y="2054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42" name="直线"/>
            <p:cNvSpPr/>
            <p:nvPr/>
          </p:nvSpPr>
          <p:spPr>
            <a:xfrm>
              <a:off x="4767334" y="5087529"/>
              <a:ext cx="65649" cy="1036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2571"/>
                    <a:pt x="0" y="5143"/>
                    <a:pt x="3600" y="8743"/>
                  </a:cubicBezTo>
                  <a:cubicBezTo>
                    <a:pt x="7200" y="12343"/>
                    <a:pt x="14400" y="16971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43" name="直线"/>
            <p:cNvSpPr/>
            <p:nvPr/>
          </p:nvSpPr>
          <p:spPr>
            <a:xfrm>
              <a:off x="4687953" y="5302246"/>
              <a:ext cx="269760" cy="144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2" h="21149" extrusionOk="0">
                  <a:moveTo>
                    <a:pt x="1084" y="15120"/>
                  </a:moveTo>
                  <a:cubicBezTo>
                    <a:pt x="393" y="17280"/>
                    <a:pt x="-298" y="19440"/>
                    <a:pt x="134" y="20520"/>
                  </a:cubicBezTo>
                  <a:cubicBezTo>
                    <a:pt x="566" y="21600"/>
                    <a:pt x="2121" y="21600"/>
                    <a:pt x="5836" y="18000"/>
                  </a:cubicBezTo>
                  <a:cubicBezTo>
                    <a:pt x="9552" y="14400"/>
                    <a:pt x="15427" y="7200"/>
                    <a:pt x="21302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44" name="直线"/>
            <p:cNvSpPr/>
            <p:nvPr/>
          </p:nvSpPr>
          <p:spPr>
            <a:xfrm>
              <a:off x="4773899" y="5546578"/>
              <a:ext cx="19695" cy="2542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6501"/>
                    <a:pt x="7200" y="13002"/>
                    <a:pt x="3600" y="16777"/>
                  </a:cubicBezTo>
                  <a:cubicBezTo>
                    <a:pt x="0" y="20551"/>
                    <a:pt x="0" y="21600"/>
                    <a:pt x="0" y="21600"/>
                  </a:cubicBezTo>
                  <a:cubicBezTo>
                    <a:pt x="0" y="21600"/>
                    <a:pt x="0" y="20551"/>
                    <a:pt x="0" y="19922"/>
                  </a:cubicBezTo>
                  <a:cubicBezTo>
                    <a:pt x="0" y="19293"/>
                    <a:pt x="0" y="19084"/>
                    <a:pt x="0" y="1887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45" name="直线"/>
            <p:cNvSpPr/>
            <p:nvPr/>
          </p:nvSpPr>
          <p:spPr>
            <a:xfrm>
              <a:off x="4727945" y="5583599"/>
              <a:ext cx="170685" cy="88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46" name="直线"/>
            <p:cNvSpPr/>
            <p:nvPr/>
          </p:nvSpPr>
          <p:spPr>
            <a:xfrm>
              <a:off x="4747639" y="5776104"/>
              <a:ext cx="210074" cy="105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65" extrusionOk="0">
                  <a:moveTo>
                    <a:pt x="0" y="20618"/>
                  </a:moveTo>
                  <a:cubicBezTo>
                    <a:pt x="1125" y="21109"/>
                    <a:pt x="2250" y="21600"/>
                    <a:pt x="5850" y="18164"/>
                  </a:cubicBezTo>
                  <a:cubicBezTo>
                    <a:pt x="9450" y="14727"/>
                    <a:pt x="15525" y="7364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47" name="直线"/>
            <p:cNvSpPr/>
            <p:nvPr/>
          </p:nvSpPr>
          <p:spPr>
            <a:xfrm>
              <a:off x="5351599" y="5020893"/>
              <a:ext cx="111602" cy="51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48" name="直线"/>
            <p:cNvSpPr/>
            <p:nvPr/>
          </p:nvSpPr>
          <p:spPr>
            <a:xfrm>
              <a:off x="5180915" y="5232760"/>
              <a:ext cx="315557" cy="4174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493" extrusionOk="0">
                  <a:moveTo>
                    <a:pt x="7545" y="2434"/>
                  </a:moveTo>
                  <a:cubicBezTo>
                    <a:pt x="10652" y="1799"/>
                    <a:pt x="13759" y="1164"/>
                    <a:pt x="15682" y="782"/>
                  </a:cubicBezTo>
                  <a:cubicBezTo>
                    <a:pt x="17605" y="401"/>
                    <a:pt x="18345" y="274"/>
                    <a:pt x="19085" y="147"/>
                  </a:cubicBezTo>
                  <a:cubicBezTo>
                    <a:pt x="19825" y="20"/>
                    <a:pt x="20564" y="-107"/>
                    <a:pt x="21008" y="147"/>
                  </a:cubicBezTo>
                  <a:cubicBezTo>
                    <a:pt x="21452" y="401"/>
                    <a:pt x="21600" y="1037"/>
                    <a:pt x="20416" y="2815"/>
                  </a:cubicBezTo>
                  <a:cubicBezTo>
                    <a:pt x="19233" y="4594"/>
                    <a:pt x="16718" y="7517"/>
                    <a:pt x="13093" y="10820"/>
                  </a:cubicBezTo>
                  <a:cubicBezTo>
                    <a:pt x="9468" y="14124"/>
                    <a:pt x="4734" y="17808"/>
                    <a:pt x="0" y="2149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49" name="直线"/>
            <p:cNvSpPr/>
            <p:nvPr/>
          </p:nvSpPr>
          <p:spPr>
            <a:xfrm>
              <a:off x="5397553" y="5465134"/>
              <a:ext cx="1" cy="399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200" h="21600" extrusionOk="0">
                  <a:moveTo>
                    <a:pt x="0" y="0"/>
                  </a:moveTo>
                  <a:cubicBezTo>
                    <a:pt x="21600" y="5733"/>
                    <a:pt x="21600" y="11467"/>
                    <a:pt x="0" y="15067"/>
                  </a:cubicBezTo>
                  <a:cubicBezTo>
                    <a:pt x="21600" y="18667"/>
                    <a:pt x="21600" y="2013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0" name="直线"/>
            <p:cNvSpPr/>
            <p:nvPr/>
          </p:nvSpPr>
          <p:spPr>
            <a:xfrm>
              <a:off x="5388838" y="5494751"/>
              <a:ext cx="120317" cy="197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7" h="21358" extrusionOk="0">
                  <a:moveTo>
                    <a:pt x="21207" y="0"/>
                  </a:moveTo>
                  <a:cubicBezTo>
                    <a:pt x="17350" y="2667"/>
                    <a:pt x="13493" y="5333"/>
                    <a:pt x="10021" y="8133"/>
                  </a:cubicBezTo>
                  <a:cubicBezTo>
                    <a:pt x="6550" y="10933"/>
                    <a:pt x="3464" y="13867"/>
                    <a:pt x="1728" y="16133"/>
                  </a:cubicBezTo>
                  <a:cubicBezTo>
                    <a:pt x="-7" y="18400"/>
                    <a:pt x="-393" y="20000"/>
                    <a:pt x="378" y="20800"/>
                  </a:cubicBezTo>
                  <a:cubicBezTo>
                    <a:pt x="1150" y="21600"/>
                    <a:pt x="3078" y="21600"/>
                    <a:pt x="6550" y="20400"/>
                  </a:cubicBezTo>
                  <a:cubicBezTo>
                    <a:pt x="10021" y="19200"/>
                    <a:pt x="15036" y="16800"/>
                    <a:pt x="20050" y="144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1" name="直线"/>
            <p:cNvSpPr/>
            <p:nvPr/>
          </p:nvSpPr>
          <p:spPr>
            <a:xfrm>
              <a:off x="5778310" y="5157564"/>
              <a:ext cx="300770" cy="1965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9" h="21498" extrusionOk="0">
                  <a:moveTo>
                    <a:pt x="0" y="10968"/>
                  </a:moveTo>
                  <a:cubicBezTo>
                    <a:pt x="5128" y="7728"/>
                    <a:pt x="10256" y="4488"/>
                    <a:pt x="13364" y="2598"/>
                  </a:cubicBezTo>
                  <a:cubicBezTo>
                    <a:pt x="16472" y="708"/>
                    <a:pt x="17560" y="168"/>
                    <a:pt x="18647" y="33"/>
                  </a:cubicBezTo>
                  <a:cubicBezTo>
                    <a:pt x="19735" y="-102"/>
                    <a:pt x="20823" y="168"/>
                    <a:pt x="21212" y="978"/>
                  </a:cubicBezTo>
                  <a:cubicBezTo>
                    <a:pt x="21600" y="1788"/>
                    <a:pt x="21289" y="3138"/>
                    <a:pt x="19424" y="6648"/>
                  </a:cubicBezTo>
                  <a:cubicBezTo>
                    <a:pt x="17560" y="10158"/>
                    <a:pt x="14141" y="15828"/>
                    <a:pt x="10722" y="2149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2" name="直线"/>
            <p:cNvSpPr/>
            <p:nvPr/>
          </p:nvSpPr>
          <p:spPr>
            <a:xfrm>
              <a:off x="5682847" y="5398498"/>
              <a:ext cx="62640" cy="4664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1" h="21600" extrusionOk="0">
                  <a:moveTo>
                    <a:pt x="21321" y="0"/>
                  </a:moveTo>
                  <a:cubicBezTo>
                    <a:pt x="15362" y="3886"/>
                    <a:pt x="9404" y="7771"/>
                    <a:pt x="5680" y="11143"/>
                  </a:cubicBezTo>
                  <a:cubicBezTo>
                    <a:pt x="1956" y="14514"/>
                    <a:pt x="466" y="17371"/>
                    <a:pt x="93" y="19143"/>
                  </a:cubicBezTo>
                  <a:cubicBezTo>
                    <a:pt x="-279" y="20914"/>
                    <a:pt x="466" y="21600"/>
                    <a:pt x="2328" y="21600"/>
                  </a:cubicBezTo>
                  <a:cubicBezTo>
                    <a:pt x="4190" y="21600"/>
                    <a:pt x="7169" y="20914"/>
                    <a:pt x="10149" y="2022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3" name="直线"/>
            <p:cNvSpPr/>
            <p:nvPr/>
          </p:nvSpPr>
          <p:spPr>
            <a:xfrm>
              <a:off x="5798005" y="4991277"/>
              <a:ext cx="16254" cy="584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55" h="21600" extrusionOk="0">
                  <a:moveTo>
                    <a:pt x="0" y="0"/>
                  </a:moveTo>
                  <a:cubicBezTo>
                    <a:pt x="8100" y="3463"/>
                    <a:pt x="16200" y="6927"/>
                    <a:pt x="18900" y="10208"/>
                  </a:cubicBezTo>
                  <a:cubicBezTo>
                    <a:pt x="21600" y="13489"/>
                    <a:pt x="18900" y="16587"/>
                    <a:pt x="17550" y="18410"/>
                  </a:cubicBezTo>
                  <a:cubicBezTo>
                    <a:pt x="16200" y="20233"/>
                    <a:pt x="16200" y="20780"/>
                    <a:pt x="14850" y="21099"/>
                  </a:cubicBezTo>
                  <a:cubicBezTo>
                    <a:pt x="13500" y="21418"/>
                    <a:pt x="10800" y="21509"/>
                    <a:pt x="81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4" name="直线"/>
            <p:cNvSpPr/>
            <p:nvPr/>
          </p:nvSpPr>
          <p:spPr>
            <a:xfrm>
              <a:off x="5719227" y="5517470"/>
              <a:ext cx="204323" cy="3474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0" h="21417" extrusionOk="0">
                  <a:moveTo>
                    <a:pt x="9549" y="2707"/>
                  </a:moveTo>
                  <a:cubicBezTo>
                    <a:pt x="11823" y="1947"/>
                    <a:pt x="14097" y="1186"/>
                    <a:pt x="16143" y="654"/>
                  </a:cubicBezTo>
                  <a:cubicBezTo>
                    <a:pt x="18189" y="121"/>
                    <a:pt x="20008" y="-183"/>
                    <a:pt x="20804" y="121"/>
                  </a:cubicBezTo>
                  <a:cubicBezTo>
                    <a:pt x="21600" y="425"/>
                    <a:pt x="21373" y="1338"/>
                    <a:pt x="19326" y="3848"/>
                  </a:cubicBezTo>
                  <a:cubicBezTo>
                    <a:pt x="17280" y="6358"/>
                    <a:pt x="13415" y="10465"/>
                    <a:pt x="9890" y="13659"/>
                  </a:cubicBezTo>
                  <a:cubicBezTo>
                    <a:pt x="6366" y="16854"/>
                    <a:pt x="3183" y="19135"/>
                    <a:pt x="0" y="2141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5" name="直线"/>
            <p:cNvSpPr/>
            <p:nvPr/>
          </p:nvSpPr>
          <p:spPr>
            <a:xfrm>
              <a:off x="5738921" y="5657639"/>
              <a:ext cx="393888" cy="207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080" y="1286"/>
                    <a:pt x="2160" y="2571"/>
                    <a:pt x="4320" y="5400"/>
                  </a:cubicBezTo>
                  <a:cubicBezTo>
                    <a:pt x="6480" y="8229"/>
                    <a:pt x="9720" y="12600"/>
                    <a:pt x="12780" y="15557"/>
                  </a:cubicBezTo>
                  <a:cubicBezTo>
                    <a:pt x="15840" y="18514"/>
                    <a:pt x="18720" y="20057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6" name="直线"/>
            <p:cNvSpPr/>
            <p:nvPr/>
          </p:nvSpPr>
          <p:spPr>
            <a:xfrm>
              <a:off x="6428223" y="5006085"/>
              <a:ext cx="85344" cy="148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7" name="直线"/>
            <p:cNvSpPr/>
            <p:nvPr/>
          </p:nvSpPr>
          <p:spPr>
            <a:xfrm>
              <a:off x="6508772" y="4918923"/>
              <a:ext cx="234393" cy="281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6" h="21272" extrusionOk="0">
                  <a:moveTo>
                    <a:pt x="1029" y="6576"/>
                  </a:moveTo>
                  <a:cubicBezTo>
                    <a:pt x="1425" y="5459"/>
                    <a:pt x="1822" y="4342"/>
                    <a:pt x="4794" y="3225"/>
                  </a:cubicBezTo>
                  <a:cubicBezTo>
                    <a:pt x="7767" y="2107"/>
                    <a:pt x="13315" y="990"/>
                    <a:pt x="16585" y="432"/>
                  </a:cubicBezTo>
                  <a:cubicBezTo>
                    <a:pt x="19855" y="-127"/>
                    <a:pt x="20845" y="-127"/>
                    <a:pt x="21143" y="339"/>
                  </a:cubicBezTo>
                  <a:cubicBezTo>
                    <a:pt x="21440" y="804"/>
                    <a:pt x="21044" y="1735"/>
                    <a:pt x="18368" y="4342"/>
                  </a:cubicBezTo>
                  <a:cubicBezTo>
                    <a:pt x="15693" y="6949"/>
                    <a:pt x="10739" y="11232"/>
                    <a:pt x="7469" y="13932"/>
                  </a:cubicBezTo>
                  <a:cubicBezTo>
                    <a:pt x="4200" y="16632"/>
                    <a:pt x="2614" y="17749"/>
                    <a:pt x="1524" y="18773"/>
                  </a:cubicBezTo>
                  <a:cubicBezTo>
                    <a:pt x="435" y="19797"/>
                    <a:pt x="-160" y="20728"/>
                    <a:pt x="38" y="21101"/>
                  </a:cubicBezTo>
                  <a:cubicBezTo>
                    <a:pt x="236" y="21473"/>
                    <a:pt x="1227" y="21287"/>
                    <a:pt x="4794" y="20076"/>
                  </a:cubicBezTo>
                  <a:cubicBezTo>
                    <a:pt x="8361" y="18866"/>
                    <a:pt x="14504" y="16632"/>
                    <a:pt x="20647" y="1439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8" name="直线"/>
            <p:cNvSpPr/>
            <p:nvPr/>
          </p:nvSpPr>
          <p:spPr>
            <a:xfrm>
              <a:off x="6290363" y="5243014"/>
              <a:ext cx="597396" cy="281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978" y="20463"/>
                    <a:pt x="3956" y="19326"/>
                    <a:pt x="6251" y="17432"/>
                  </a:cubicBezTo>
                  <a:cubicBezTo>
                    <a:pt x="8545" y="15537"/>
                    <a:pt x="11156" y="12884"/>
                    <a:pt x="13648" y="10232"/>
                  </a:cubicBezTo>
                  <a:cubicBezTo>
                    <a:pt x="16141" y="7579"/>
                    <a:pt x="18514" y="4926"/>
                    <a:pt x="19820" y="3221"/>
                  </a:cubicBezTo>
                  <a:cubicBezTo>
                    <a:pt x="21125" y="1516"/>
                    <a:pt x="21363" y="758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9" name="直线"/>
            <p:cNvSpPr/>
            <p:nvPr/>
          </p:nvSpPr>
          <p:spPr>
            <a:xfrm>
              <a:off x="6540470" y="4812398"/>
              <a:ext cx="268409" cy="911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5" h="21511" extrusionOk="0">
                  <a:moveTo>
                    <a:pt x="7725" y="1075"/>
                  </a:moveTo>
                  <a:cubicBezTo>
                    <a:pt x="7552" y="610"/>
                    <a:pt x="7379" y="144"/>
                    <a:pt x="7552" y="27"/>
                  </a:cubicBezTo>
                  <a:cubicBezTo>
                    <a:pt x="7725" y="-89"/>
                    <a:pt x="8243" y="144"/>
                    <a:pt x="8243" y="1017"/>
                  </a:cubicBezTo>
                  <a:cubicBezTo>
                    <a:pt x="8243" y="1891"/>
                    <a:pt x="7725" y="3404"/>
                    <a:pt x="6602" y="5151"/>
                  </a:cubicBezTo>
                  <a:cubicBezTo>
                    <a:pt x="5479" y="6898"/>
                    <a:pt x="3751" y="8877"/>
                    <a:pt x="2541" y="10507"/>
                  </a:cubicBezTo>
                  <a:cubicBezTo>
                    <a:pt x="1331" y="12137"/>
                    <a:pt x="640" y="13418"/>
                    <a:pt x="640" y="14495"/>
                  </a:cubicBezTo>
                  <a:cubicBezTo>
                    <a:pt x="640" y="15572"/>
                    <a:pt x="1331" y="16446"/>
                    <a:pt x="1418" y="17261"/>
                  </a:cubicBezTo>
                  <a:cubicBezTo>
                    <a:pt x="1504" y="18076"/>
                    <a:pt x="986" y="18833"/>
                    <a:pt x="640" y="19357"/>
                  </a:cubicBezTo>
                  <a:cubicBezTo>
                    <a:pt x="295" y="19881"/>
                    <a:pt x="122" y="20172"/>
                    <a:pt x="35" y="20143"/>
                  </a:cubicBezTo>
                  <a:cubicBezTo>
                    <a:pt x="-51" y="20114"/>
                    <a:pt x="-51" y="19764"/>
                    <a:pt x="899" y="19037"/>
                  </a:cubicBezTo>
                  <a:cubicBezTo>
                    <a:pt x="1850" y="18309"/>
                    <a:pt x="3751" y="17203"/>
                    <a:pt x="5911" y="16504"/>
                  </a:cubicBezTo>
                  <a:cubicBezTo>
                    <a:pt x="8071" y="15805"/>
                    <a:pt x="10490" y="15514"/>
                    <a:pt x="12131" y="15369"/>
                  </a:cubicBezTo>
                  <a:cubicBezTo>
                    <a:pt x="13773" y="15223"/>
                    <a:pt x="14637" y="15223"/>
                    <a:pt x="16106" y="15165"/>
                  </a:cubicBezTo>
                  <a:cubicBezTo>
                    <a:pt x="17575" y="15107"/>
                    <a:pt x="19648" y="14990"/>
                    <a:pt x="20599" y="15107"/>
                  </a:cubicBezTo>
                  <a:cubicBezTo>
                    <a:pt x="21549" y="15223"/>
                    <a:pt x="21376" y="15572"/>
                    <a:pt x="19994" y="16417"/>
                  </a:cubicBezTo>
                  <a:cubicBezTo>
                    <a:pt x="18611" y="17261"/>
                    <a:pt x="16019" y="18600"/>
                    <a:pt x="13773" y="19531"/>
                  </a:cubicBezTo>
                  <a:cubicBezTo>
                    <a:pt x="11527" y="20463"/>
                    <a:pt x="9626" y="20987"/>
                    <a:pt x="7725" y="2151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0" name="直线"/>
            <p:cNvSpPr/>
            <p:nvPr/>
          </p:nvSpPr>
          <p:spPr>
            <a:xfrm>
              <a:off x="6520130" y="5598407"/>
              <a:ext cx="150991" cy="2961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470" y="4140"/>
                    <a:pt x="15339" y="8280"/>
                    <a:pt x="11739" y="11880"/>
                  </a:cubicBezTo>
                  <a:cubicBezTo>
                    <a:pt x="8139" y="15480"/>
                    <a:pt x="4070" y="1854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1" name="直线"/>
            <p:cNvSpPr/>
            <p:nvPr/>
          </p:nvSpPr>
          <p:spPr>
            <a:xfrm>
              <a:off x="6671120" y="5768700"/>
              <a:ext cx="150991" cy="444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2" name="直线"/>
            <p:cNvSpPr/>
            <p:nvPr/>
          </p:nvSpPr>
          <p:spPr>
            <a:xfrm>
              <a:off x="6224715" y="5331862"/>
              <a:ext cx="19695" cy="7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3" name="直线"/>
            <p:cNvSpPr/>
            <p:nvPr/>
          </p:nvSpPr>
          <p:spPr>
            <a:xfrm>
              <a:off x="6205021" y="5553983"/>
              <a:ext cx="873116" cy="577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3" y="0"/>
                    <a:pt x="866" y="0"/>
                    <a:pt x="1164" y="508"/>
                  </a:cubicBezTo>
                  <a:cubicBezTo>
                    <a:pt x="1462" y="1015"/>
                    <a:pt x="1624" y="2031"/>
                    <a:pt x="1841" y="3277"/>
                  </a:cubicBezTo>
                  <a:cubicBezTo>
                    <a:pt x="2057" y="4523"/>
                    <a:pt x="2328" y="6000"/>
                    <a:pt x="2680" y="7015"/>
                  </a:cubicBezTo>
                  <a:cubicBezTo>
                    <a:pt x="3032" y="8031"/>
                    <a:pt x="3465" y="8585"/>
                    <a:pt x="3789" y="9000"/>
                  </a:cubicBezTo>
                  <a:cubicBezTo>
                    <a:pt x="4114" y="9415"/>
                    <a:pt x="4331" y="9692"/>
                    <a:pt x="4466" y="10062"/>
                  </a:cubicBezTo>
                  <a:cubicBezTo>
                    <a:pt x="4601" y="10431"/>
                    <a:pt x="4656" y="10892"/>
                    <a:pt x="4493" y="11262"/>
                  </a:cubicBezTo>
                  <a:cubicBezTo>
                    <a:pt x="4331" y="11631"/>
                    <a:pt x="3952" y="11908"/>
                    <a:pt x="3546" y="12138"/>
                  </a:cubicBezTo>
                  <a:cubicBezTo>
                    <a:pt x="3140" y="12369"/>
                    <a:pt x="2707" y="12554"/>
                    <a:pt x="2274" y="12738"/>
                  </a:cubicBezTo>
                  <a:cubicBezTo>
                    <a:pt x="1841" y="12923"/>
                    <a:pt x="1408" y="13108"/>
                    <a:pt x="1326" y="13385"/>
                  </a:cubicBezTo>
                  <a:cubicBezTo>
                    <a:pt x="1245" y="13662"/>
                    <a:pt x="1516" y="14031"/>
                    <a:pt x="2490" y="14308"/>
                  </a:cubicBezTo>
                  <a:cubicBezTo>
                    <a:pt x="3465" y="14585"/>
                    <a:pt x="5143" y="14769"/>
                    <a:pt x="7038" y="15000"/>
                  </a:cubicBezTo>
                  <a:cubicBezTo>
                    <a:pt x="8932" y="15231"/>
                    <a:pt x="11044" y="15508"/>
                    <a:pt x="13074" y="16246"/>
                  </a:cubicBezTo>
                  <a:cubicBezTo>
                    <a:pt x="15104" y="16985"/>
                    <a:pt x="17053" y="18185"/>
                    <a:pt x="18460" y="19154"/>
                  </a:cubicBezTo>
                  <a:cubicBezTo>
                    <a:pt x="19868" y="20123"/>
                    <a:pt x="20734" y="20862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4" name="直线"/>
            <p:cNvSpPr/>
            <p:nvPr/>
          </p:nvSpPr>
          <p:spPr>
            <a:xfrm>
              <a:off x="7347292" y="4858005"/>
              <a:ext cx="52519" cy="37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5" name="直线"/>
            <p:cNvSpPr/>
            <p:nvPr/>
          </p:nvSpPr>
          <p:spPr>
            <a:xfrm>
              <a:off x="7183173" y="5013489"/>
              <a:ext cx="347934" cy="125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755" y="17365"/>
                    <a:pt x="9509" y="13129"/>
                    <a:pt x="13109" y="9529"/>
                  </a:cubicBezTo>
                  <a:cubicBezTo>
                    <a:pt x="16709" y="5929"/>
                    <a:pt x="19155" y="2965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6" name="直线"/>
            <p:cNvSpPr/>
            <p:nvPr/>
          </p:nvSpPr>
          <p:spPr>
            <a:xfrm>
              <a:off x="7297009" y="5168973"/>
              <a:ext cx="220969" cy="2537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76" h="20954" extrusionOk="0">
                  <a:moveTo>
                    <a:pt x="6077" y="0"/>
                  </a:moveTo>
                  <a:cubicBezTo>
                    <a:pt x="4190" y="4483"/>
                    <a:pt x="2302" y="8966"/>
                    <a:pt x="1149" y="12226"/>
                  </a:cubicBezTo>
                  <a:cubicBezTo>
                    <a:pt x="-5" y="15487"/>
                    <a:pt x="-424" y="17525"/>
                    <a:pt x="520" y="19053"/>
                  </a:cubicBezTo>
                  <a:cubicBezTo>
                    <a:pt x="1463" y="20581"/>
                    <a:pt x="3770" y="21600"/>
                    <a:pt x="7440" y="20479"/>
                  </a:cubicBezTo>
                  <a:cubicBezTo>
                    <a:pt x="11110" y="19358"/>
                    <a:pt x="16143" y="16098"/>
                    <a:pt x="21176" y="1283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7" name="直线"/>
            <p:cNvSpPr/>
            <p:nvPr/>
          </p:nvSpPr>
          <p:spPr>
            <a:xfrm>
              <a:off x="7130073" y="5620619"/>
              <a:ext cx="20277" cy="2147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5" h="21600" extrusionOk="0">
                  <a:moveTo>
                    <a:pt x="20015" y="0"/>
                  </a:moveTo>
                  <a:cubicBezTo>
                    <a:pt x="11375" y="2234"/>
                    <a:pt x="2735" y="4469"/>
                    <a:pt x="575" y="8069"/>
                  </a:cubicBezTo>
                  <a:cubicBezTo>
                    <a:pt x="-1585" y="11669"/>
                    <a:pt x="2735" y="16634"/>
                    <a:pt x="7055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8" name="直线"/>
            <p:cNvSpPr/>
            <p:nvPr/>
          </p:nvSpPr>
          <p:spPr>
            <a:xfrm>
              <a:off x="7299988" y="5650235"/>
              <a:ext cx="375545" cy="1669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7" h="21182" extrusionOk="0">
                  <a:moveTo>
                    <a:pt x="77" y="0"/>
                  </a:moveTo>
                  <a:cubicBezTo>
                    <a:pt x="-48" y="5322"/>
                    <a:pt x="-173" y="10643"/>
                    <a:pt x="1013" y="14713"/>
                  </a:cubicBezTo>
                  <a:cubicBezTo>
                    <a:pt x="2199" y="18783"/>
                    <a:pt x="4696" y="21600"/>
                    <a:pt x="7755" y="21130"/>
                  </a:cubicBezTo>
                  <a:cubicBezTo>
                    <a:pt x="10814" y="20661"/>
                    <a:pt x="14435" y="16904"/>
                    <a:pt x="16807" y="13304"/>
                  </a:cubicBezTo>
                  <a:cubicBezTo>
                    <a:pt x="19180" y="9704"/>
                    <a:pt x="20303" y="6261"/>
                    <a:pt x="21427" y="281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69" name="直线"/>
            <p:cNvSpPr/>
            <p:nvPr/>
          </p:nvSpPr>
          <p:spPr>
            <a:xfrm>
              <a:off x="7682096" y="5546578"/>
              <a:ext cx="85343" cy="29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0" name="直线"/>
            <p:cNvSpPr/>
            <p:nvPr/>
          </p:nvSpPr>
          <p:spPr>
            <a:xfrm>
              <a:off x="7446794" y="5628023"/>
              <a:ext cx="64619" cy="25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1" h="20112" extrusionOk="0">
                  <a:moveTo>
                    <a:pt x="10461" y="0"/>
                  </a:moveTo>
                  <a:cubicBezTo>
                    <a:pt x="5421" y="7855"/>
                    <a:pt x="381" y="15709"/>
                    <a:pt x="21" y="18655"/>
                  </a:cubicBezTo>
                  <a:cubicBezTo>
                    <a:pt x="-339" y="21600"/>
                    <a:pt x="3981" y="19636"/>
                    <a:pt x="8301" y="16691"/>
                  </a:cubicBezTo>
                  <a:cubicBezTo>
                    <a:pt x="12621" y="13745"/>
                    <a:pt x="16941" y="9818"/>
                    <a:pt x="21261" y="589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1" name="直线"/>
            <p:cNvSpPr/>
            <p:nvPr/>
          </p:nvSpPr>
          <p:spPr>
            <a:xfrm>
              <a:off x="-103733" y="7175464"/>
              <a:ext cx="420147" cy="1702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925" y="20661"/>
                    <a:pt x="5850" y="19722"/>
                    <a:pt x="9112" y="16278"/>
                  </a:cubicBezTo>
                  <a:cubicBezTo>
                    <a:pt x="12375" y="12835"/>
                    <a:pt x="15975" y="6887"/>
                    <a:pt x="18112" y="3757"/>
                  </a:cubicBezTo>
                  <a:cubicBezTo>
                    <a:pt x="20250" y="626"/>
                    <a:pt x="20925" y="31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2" name="直线"/>
            <p:cNvSpPr/>
            <p:nvPr/>
          </p:nvSpPr>
          <p:spPr>
            <a:xfrm>
              <a:off x="-228464" y="7108828"/>
              <a:ext cx="374194" cy="8810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221" y="1513"/>
                    <a:pt x="20842" y="3025"/>
                    <a:pt x="19516" y="4719"/>
                  </a:cubicBezTo>
                  <a:cubicBezTo>
                    <a:pt x="18189" y="6413"/>
                    <a:pt x="15916" y="8289"/>
                    <a:pt x="13453" y="10225"/>
                  </a:cubicBezTo>
                  <a:cubicBezTo>
                    <a:pt x="10989" y="12161"/>
                    <a:pt x="8337" y="14158"/>
                    <a:pt x="6063" y="16064"/>
                  </a:cubicBezTo>
                  <a:cubicBezTo>
                    <a:pt x="3789" y="17970"/>
                    <a:pt x="1895" y="1978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3" name="直线"/>
            <p:cNvSpPr/>
            <p:nvPr/>
          </p:nvSpPr>
          <p:spPr>
            <a:xfrm>
              <a:off x="1304" y="7582685"/>
              <a:ext cx="72213" cy="580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3" extrusionOk="0">
                  <a:moveTo>
                    <a:pt x="0" y="0"/>
                  </a:moveTo>
                  <a:cubicBezTo>
                    <a:pt x="3273" y="92"/>
                    <a:pt x="6545" y="183"/>
                    <a:pt x="9164" y="1281"/>
                  </a:cubicBezTo>
                  <a:cubicBezTo>
                    <a:pt x="11782" y="2380"/>
                    <a:pt x="13745" y="4485"/>
                    <a:pt x="14727" y="7505"/>
                  </a:cubicBezTo>
                  <a:cubicBezTo>
                    <a:pt x="15709" y="10525"/>
                    <a:pt x="15709" y="14461"/>
                    <a:pt x="15709" y="16749"/>
                  </a:cubicBezTo>
                  <a:cubicBezTo>
                    <a:pt x="15709" y="19037"/>
                    <a:pt x="15709" y="19678"/>
                    <a:pt x="16036" y="20227"/>
                  </a:cubicBezTo>
                  <a:cubicBezTo>
                    <a:pt x="16364" y="20776"/>
                    <a:pt x="17018" y="21234"/>
                    <a:pt x="18000" y="21417"/>
                  </a:cubicBezTo>
                  <a:cubicBezTo>
                    <a:pt x="18982" y="21600"/>
                    <a:pt x="20291" y="21508"/>
                    <a:pt x="21600" y="2141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4" name="直线"/>
            <p:cNvSpPr/>
            <p:nvPr/>
          </p:nvSpPr>
          <p:spPr>
            <a:xfrm>
              <a:off x="139164" y="7582685"/>
              <a:ext cx="223203" cy="133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871" y="16800"/>
                    <a:pt x="9741" y="12000"/>
                    <a:pt x="13341" y="8400"/>
                  </a:cubicBezTo>
                  <a:cubicBezTo>
                    <a:pt x="16941" y="4800"/>
                    <a:pt x="19271" y="24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5" name="直线"/>
            <p:cNvSpPr/>
            <p:nvPr/>
          </p:nvSpPr>
          <p:spPr>
            <a:xfrm>
              <a:off x="245229" y="7567877"/>
              <a:ext cx="44926" cy="251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57" h="21600" extrusionOk="0">
                  <a:moveTo>
                    <a:pt x="2484" y="0"/>
                  </a:moveTo>
                  <a:cubicBezTo>
                    <a:pt x="521" y="2118"/>
                    <a:pt x="-1443" y="4235"/>
                    <a:pt x="1502" y="7835"/>
                  </a:cubicBezTo>
                  <a:cubicBezTo>
                    <a:pt x="4448" y="11435"/>
                    <a:pt x="12302" y="16518"/>
                    <a:pt x="20157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6" name="直线"/>
            <p:cNvSpPr/>
            <p:nvPr/>
          </p:nvSpPr>
          <p:spPr>
            <a:xfrm>
              <a:off x="219700" y="7812210"/>
              <a:ext cx="182056" cy="1349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3" h="21087" extrusionOk="0">
                  <a:moveTo>
                    <a:pt x="1336" y="15043"/>
                  </a:moveTo>
                  <a:cubicBezTo>
                    <a:pt x="564" y="17357"/>
                    <a:pt x="-207" y="19671"/>
                    <a:pt x="50" y="20636"/>
                  </a:cubicBezTo>
                  <a:cubicBezTo>
                    <a:pt x="307" y="21600"/>
                    <a:pt x="1593" y="21214"/>
                    <a:pt x="5322" y="17550"/>
                  </a:cubicBezTo>
                  <a:cubicBezTo>
                    <a:pt x="9050" y="13886"/>
                    <a:pt x="15222" y="6943"/>
                    <a:pt x="21393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7" name="直线"/>
            <p:cNvSpPr/>
            <p:nvPr/>
          </p:nvSpPr>
          <p:spPr>
            <a:xfrm>
              <a:off x="775948" y="7094019"/>
              <a:ext cx="282286" cy="518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5237" y="3086"/>
                    <a:pt x="8874" y="6171"/>
                    <a:pt x="5274" y="9257"/>
                  </a:cubicBezTo>
                  <a:cubicBezTo>
                    <a:pt x="1674" y="12343"/>
                    <a:pt x="837" y="15429"/>
                    <a:pt x="419" y="17486"/>
                  </a:cubicBezTo>
                  <a:cubicBezTo>
                    <a:pt x="0" y="19543"/>
                    <a:pt x="0" y="2057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8" name="直线"/>
            <p:cNvSpPr/>
            <p:nvPr/>
          </p:nvSpPr>
          <p:spPr>
            <a:xfrm>
              <a:off x="825334" y="7330949"/>
              <a:ext cx="272289" cy="1298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1" h="21046" extrusionOk="0">
                  <a:moveTo>
                    <a:pt x="760" y="10800"/>
                  </a:moveTo>
                  <a:cubicBezTo>
                    <a:pt x="245" y="14400"/>
                    <a:pt x="-269" y="18000"/>
                    <a:pt x="160" y="19800"/>
                  </a:cubicBezTo>
                  <a:cubicBezTo>
                    <a:pt x="588" y="21600"/>
                    <a:pt x="1960" y="21600"/>
                    <a:pt x="4960" y="18800"/>
                  </a:cubicBezTo>
                  <a:cubicBezTo>
                    <a:pt x="7960" y="16000"/>
                    <a:pt x="12588" y="10400"/>
                    <a:pt x="15588" y="6800"/>
                  </a:cubicBezTo>
                  <a:cubicBezTo>
                    <a:pt x="18588" y="3200"/>
                    <a:pt x="19960" y="1600"/>
                    <a:pt x="21331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79" name="直线"/>
            <p:cNvSpPr/>
            <p:nvPr/>
          </p:nvSpPr>
          <p:spPr>
            <a:xfrm>
              <a:off x="721241" y="7427201"/>
              <a:ext cx="547066" cy="363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59" extrusionOk="0">
                  <a:moveTo>
                    <a:pt x="864" y="19136"/>
                  </a:moveTo>
                  <a:cubicBezTo>
                    <a:pt x="432" y="19860"/>
                    <a:pt x="0" y="20585"/>
                    <a:pt x="0" y="21020"/>
                  </a:cubicBezTo>
                  <a:cubicBezTo>
                    <a:pt x="0" y="21455"/>
                    <a:pt x="432" y="21600"/>
                    <a:pt x="1771" y="20658"/>
                  </a:cubicBezTo>
                  <a:cubicBezTo>
                    <a:pt x="3110" y="19715"/>
                    <a:pt x="5357" y="17686"/>
                    <a:pt x="8122" y="14932"/>
                  </a:cubicBezTo>
                  <a:cubicBezTo>
                    <a:pt x="10886" y="12177"/>
                    <a:pt x="14170" y="8698"/>
                    <a:pt x="16502" y="6089"/>
                  </a:cubicBezTo>
                  <a:cubicBezTo>
                    <a:pt x="18835" y="3479"/>
                    <a:pt x="20218" y="174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0" name="直线"/>
            <p:cNvSpPr/>
            <p:nvPr/>
          </p:nvSpPr>
          <p:spPr>
            <a:xfrm>
              <a:off x="835031" y="7330949"/>
              <a:ext cx="201321" cy="673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13" y="0"/>
                  </a:moveTo>
                  <a:cubicBezTo>
                    <a:pt x="17374" y="1108"/>
                    <a:pt x="16435" y="2215"/>
                    <a:pt x="16435" y="4114"/>
                  </a:cubicBezTo>
                  <a:cubicBezTo>
                    <a:pt x="16435" y="6013"/>
                    <a:pt x="17374" y="8703"/>
                    <a:pt x="18313" y="11354"/>
                  </a:cubicBezTo>
                  <a:cubicBezTo>
                    <a:pt x="19252" y="14004"/>
                    <a:pt x="20191" y="16615"/>
                    <a:pt x="20778" y="18119"/>
                  </a:cubicBezTo>
                  <a:cubicBezTo>
                    <a:pt x="21365" y="19622"/>
                    <a:pt x="21600" y="20018"/>
                    <a:pt x="21600" y="20413"/>
                  </a:cubicBezTo>
                  <a:cubicBezTo>
                    <a:pt x="21600" y="20809"/>
                    <a:pt x="21365" y="21204"/>
                    <a:pt x="20426" y="21402"/>
                  </a:cubicBezTo>
                  <a:cubicBezTo>
                    <a:pt x="19487" y="21600"/>
                    <a:pt x="17843" y="21600"/>
                    <a:pt x="14322" y="21600"/>
                  </a:cubicBezTo>
                  <a:cubicBezTo>
                    <a:pt x="10800" y="21600"/>
                    <a:pt x="5400" y="216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1" name="直线"/>
            <p:cNvSpPr/>
            <p:nvPr/>
          </p:nvSpPr>
          <p:spPr>
            <a:xfrm>
              <a:off x="1478379" y="7190272"/>
              <a:ext cx="256028" cy="1702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246" y="16904"/>
                    <a:pt x="8492" y="12209"/>
                    <a:pt x="12092" y="8609"/>
                  </a:cubicBezTo>
                  <a:cubicBezTo>
                    <a:pt x="15692" y="5009"/>
                    <a:pt x="18646" y="2504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2" name="直线"/>
            <p:cNvSpPr/>
            <p:nvPr/>
          </p:nvSpPr>
          <p:spPr>
            <a:xfrm>
              <a:off x="1589980" y="7116232"/>
              <a:ext cx="34089" cy="6676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63" extrusionOk="0">
                  <a:moveTo>
                    <a:pt x="0" y="0"/>
                  </a:moveTo>
                  <a:cubicBezTo>
                    <a:pt x="4050" y="2152"/>
                    <a:pt x="8100" y="4304"/>
                    <a:pt x="12150" y="6815"/>
                  </a:cubicBezTo>
                  <a:cubicBezTo>
                    <a:pt x="16200" y="9325"/>
                    <a:pt x="20250" y="12195"/>
                    <a:pt x="20925" y="14546"/>
                  </a:cubicBezTo>
                  <a:cubicBezTo>
                    <a:pt x="21600" y="16897"/>
                    <a:pt x="18900" y="18731"/>
                    <a:pt x="16200" y="19886"/>
                  </a:cubicBezTo>
                  <a:cubicBezTo>
                    <a:pt x="13500" y="21042"/>
                    <a:pt x="10800" y="21520"/>
                    <a:pt x="9450" y="21560"/>
                  </a:cubicBezTo>
                  <a:cubicBezTo>
                    <a:pt x="8100" y="21600"/>
                    <a:pt x="8100" y="21201"/>
                    <a:pt x="8775" y="20723"/>
                  </a:cubicBezTo>
                  <a:cubicBezTo>
                    <a:pt x="9450" y="20245"/>
                    <a:pt x="10800" y="19687"/>
                    <a:pt x="12150" y="1912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3" name="直线"/>
            <p:cNvSpPr/>
            <p:nvPr/>
          </p:nvSpPr>
          <p:spPr>
            <a:xfrm>
              <a:off x="1491509" y="7382777"/>
              <a:ext cx="170685" cy="266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5785" y="5800"/>
                    <a:pt x="9969" y="11600"/>
                    <a:pt x="6369" y="15200"/>
                  </a:cubicBezTo>
                  <a:cubicBezTo>
                    <a:pt x="2769" y="18800"/>
                    <a:pt x="1385" y="20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4" name="直线"/>
            <p:cNvSpPr/>
            <p:nvPr/>
          </p:nvSpPr>
          <p:spPr>
            <a:xfrm>
              <a:off x="1616239" y="7486433"/>
              <a:ext cx="196945" cy="740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760" y="7200"/>
                    <a:pt x="11520" y="14400"/>
                    <a:pt x="15120" y="18000"/>
                  </a:cubicBezTo>
                  <a:cubicBezTo>
                    <a:pt x="18720" y="21600"/>
                    <a:pt x="20160" y="216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5" name="直线"/>
            <p:cNvSpPr/>
            <p:nvPr/>
          </p:nvSpPr>
          <p:spPr>
            <a:xfrm>
              <a:off x="1839442" y="7345756"/>
              <a:ext cx="26260" cy="310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000" y="4457"/>
                    <a:pt x="14400" y="8914"/>
                    <a:pt x="10800" y="12514"/>
                  </a:cubicBezTo>
                  <a:cubicBezTo>
                    <a:pt x="7200" y="16114"/>
                    <a:pt x="3600" y="1885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6" name="直线"/>
            <p:cNvSpPr/>
            <p:nvPr/>
          </p:nvSpPr>
          <p:spPr>
            <a:xfrm>
              <a:off x="1891960" y="7336577"/>
              <a:ext cx="249463" cy="305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84" extrusionOk="0">
                  <a:moveTo>
                    <a:pt x="0" y="2673"/>
                  </a:moveTo>
                  <a:cubicBezTo>
                    <a:pt x="189" y="1823"/>
                    <a:pt x="379" y="973"/>
                    <a:pt x="1137" y="462"/>
                  </a:cubicBezTo>
                  <a:cubicBezTo>
                    <a:pt x="1895" y="-48"/>
                    <a:pt x="3221" y="-218"/>
                    <a:pt x="4547" y="377"/>
                  </a:cubicBezTo>
                  <a:cubicBezTo>
                    <a:pt x="5874" y="973"/>
                    <a:pt x="7200" y="2333"/>
                    <a:pt x="7768" y="5054"/>
                  </a:cubicBezTo>
                  <a:cubicBezTo>
                    <a:pt x="8337" y="7776"/>
                    <a:pt x="8147" y="11858"/>
                    <a:pt x="7958" y="14324"/>
                  </a:cubicBezTo>
                  <a:cubicBezTo>
                    <a:pt x="7768" y="16790"/>
                    <a:pt x="7579" y="17640"/>
                    <a:pt x="7484" y="18491"/>
                  </a:cubicBezTo>
                  <a:cubicBezTo>
                    <a:pt x="7389" y="19341"/>
                    <a:pt x="7389" y="20191"/>
                    <a:pt x="7958" y="20702"/>
                  </a:cubicBezTo>
                  <a:cubicBezTo>
                    <a:pt x="8526" y="21212"/>
                    <a:pt x="9663" y="21382"/>
                    <a:pt x="12032" y="20106"/>
                  </a:cubicBezTo>
                  <a:cubicBezTo>
                    <a:pt x="14400" y="18831"/>
                    <a:pt x="18000" y="16110"/>
                    <a:pt x="21600" y="1338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7" name="直线"/>
            <p:cNvSpPr/>
            <p:nvPr/>
          </p:nvSpPr>
          <p:spPr>
            <a:xfrm>
              <a:off x="2207070" y="7138444"/>
              <a:ext cx="374193" cy="1999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789" y="18933"/>
                    <a:pt x="7579" y="16267"/>
                    <a:pt x="11179" y="12667"/>
                  </a:cubicBezTo>
                  <a:cubicBezTo>
                    <a:pt x="14779" y="9067"/>
                    <a:pt x="18189" y="453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8" name="直线"/>
            <p:cNvSpPr/>
            <p:nvPr/>
          </p:nvSpPr>
          <p:spPr>
            <a:xfrm>
              <a:off x="2416561" y="7071808"/>
              <a:ext cx="23833" cy="6885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04" h="21600" extrusionOk="0">
                  <a:moveTo>
                    <a:pt x="5879" y="0"/>
                  </a:moveTo>
                  <a:cubicBezTo>
                    <a:pt x="2279" y="1935"/>
                    <a:pt x="-1321" y="3871"/>
                    <a:pt x="479" y="6194"/>
                  </a:cubicBezTo>
                  <a:cubicBezTo>
                    <a:pt x="2279" y="8516"/>
                    <a:pt x="9479" y="11226"/>
                    <a:pt x="13979" y="13665"/>
                  </a:cubicBezTo>
                  <a:cubicBezTo>
                    <a:pt x="18479" y="16103"/>
                    <a:pt x="20279" y="18271"/>
                    <a:pt x="19379" y="19548"/>
                  </a:cubicBezTo>
                  <a:cubicBezTo>
                    <a:pt x="18479" y="20826"/>
                    <a:pt x="14879" y="21213"/>
                    <a:pt x="11279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9" name="直线"/>
            <p:cNvSpPr/>
            <p:nvPr/>
          </p:nvSpPr>
          <p:spPr>
            <a:xfrm>
              <a:off x="2338365" y="7345756"/>
              <a:ext cx="144426" cy="244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6036" y="6109"/>
                    <a:pt x="10473" y="12218"/>
                    <a:pt x="6873" y="15818"/>
                  </a:cubicBezTo>
                  <a:cubicBezTo>
                    <a:pt x="3273" y="19418"/>
                    <a:pt x="1636" y="20509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0" name="直线"/>
            <p:cNvSpPr/>
            <p:nvPr/>
          </p:nvSpPr>
          <p:spPr>
            <a:xfrm>
              <a:off x="2423708" y="7516049"/>
              <a:ext cx="164120" cy="39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417" extrusionOk="0">
                  <a:moveTo>
                    <a:pt x="0" y="19059"/>
                  </a:moveTo>
                  <a:cubicBezTo>
                    <a:pt x="3456" y="20329"/>
                    <a:pt x="6912" y="21600"/>
                    <a:pt x="10512" y="18424"/>
                  </a:cubicBezTo>
                  <a:cubicBezTo>
                    <a:pt x="14112" y="15247"/>
                    <a:pt x="17856" y="7624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1" name="直线"/>
            <p:cNvSpPr/>
            <p:nvPr/>
          </p:nvSpPr>
          <p:spPr>
            <a:xfrm>
              <a:off x="2797900" y="7264312"/>
              <a:ext cx="19695" cy="4294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4221"/>
                    <a:pt x="7200" y="8441"/>
                    <a:pt x="3600" y="12041"/>
                  </a:cubicBezTo>
                  <a:cubicBezTo>
                    <a:pt x="0" y="15641"/>
                    <a:pt x="0" y="1862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2" name="直线"/>
            <p:cNvSpPr/>
            <p:nvPr/>
          </p:nvSpPr>
          <p:spPr>
            <a:xfrm>
              <a:off x="2762549" y="6967582"/>
              <a:ext cx="272949" cy="681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3" h="21540" extrusionOk="0">
                  <a:moveTo>
                    <a:pt x="198" y="2591"/>
                  </a:moveTo>
                  <a:cubicBezTo>
                    <a:pt x="26" y="2201"/>
                    <a:pt x="-145" y="1811"/>
                    <a:pt x="198" y="1500"/>
                  </a:cubicBezTo>
                  <a:cubicBezTo>
                    <a:pt x="541" y="1188"/>
                    <a:pt x="1398" y="954"/>
                    <a:pt x="3712" y="681"/>
                  </a:cubicBezTo>
                  <a:cubicBezTo>
                    <a:pt x="6026" y="408"/>
                    <a:pt x="9798" y="96"/>
                    <a:pt x="12798" y="18"/>
                  </a:cubicBezTo>
                  <a:cubicBezTo>
                    <a:pt x="15798" y="-60"/>
                    <a:pt x="18026" y="96"/>
                    <a:pt x="19398" y="876"/>
                  </a:cubicBezTo>
                  <a:cubicBezTo>
                    <a:pt x="20769" y="1656"/>
                    <a:pt x="21284" y="3059"/>
                    <a:pt x="21369" y="5087"/>
                  </a:cubicBezTo>
                  <a:cubicBezTo>
                    <a:pt x="21455" y="7114"/>
                    <a:pt x="21112" y="9765"/>
                    <a:pt x="20855" y="12417"/>
                  </a:cubicBezTo>
                  <a:cubicBezTo>
                    <a:pt x="20598" y="15068"/>
                    <a:pt x="20426" y="17719"/>
                    <a:pt x="20255" y="19240"/>
                  </a:cubicBezTo>
                  <a:cubicBezTo>
                    <a:pt x="20084" y="20760"/>
                    <a:pt x="19912" y="21150"/>
                    <a:pt x="19741" y="2154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3" name="直线"/>
            <p:cNvSpPr/>
            <p:nvPr/>
          </p:nvSpPr>
          <p:spPr>
            <a:xfrm>
              <a:off x="2817594" y="7234696"/>
              <a:ext cx="157556" cy="81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4" name="直线"/>
            <p:cNvSpPr/>
            <p:nvPr/>
          </p:nvSpPr>
          <p:spPr>
            <a:xfrm>
              <a:off x="2830724" y="7427201"/>
              <a:ext cx="72213" cy="59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5" name="直线"/>
            <p:cNvSpPr/>
            <p:nvPr/>
          </p:nvSpPr>
          <p:spPr>
            <a:xfrm>
              <a:off x="2828195" y="7634514"/>
              <a:ext cx="101002" cy="746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2" h="20423" extrusionOk="0">
                  <a:moveTo>
                    <a:pt x="3289" y="6075"/>
                  </a:moveTo>
                  <a:cubicBezTo>
                    <a:pt x="1450" y="12150"/>
                    <a:pt x="-388" y="18225"/>
                    <a:pt x="72" y="19913"/>
                  </a:cubicBezTo>
                  <a:cubicBezTo>
                    <a:pt x="531" y="21600"/>
                    <a:pt x="3289" y="18900"/>
                    <a:pt x="7195" y="14850"/>
                  </a:cubicBezTo>
                  <a:cubicBezTo>
                    <a:pt x="11101" y="10800"/>
                    <a:pt x="16157" y="5400"/>
                    <a:pt x="21212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6" name="直线"/>
            <p:cNvSpPr/>
            <p:nvPr/>
          </p:nvSpPr>
          <p:spPr>
            <a:xfrm>
              <a:off x="3355906" y="7143818"/>
              <a:ext cx="45954" cy="3648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9" extrusionOk="0">
                  <a:moveTo>
                    <a:pt x="21600" y="989"/>
                  </a:moveTo>
                  <a:cubicBezTo>
                    <a:pt x="17486" y="409"/>
                    <a:pt x="13371" y="-171"/>
                    <a:pt x="11314" y="46"/>
                  </a:cubicBezTo>
                  <a:cubicBezTo>
                    <a:pt x="9257" y="264"/>
                    <a:pt x="9257" y="1279"/>
                    <a:pt x="7714" y="4105"/>
                  </a:cubicBezTo>
                  <a:cubicBezTo>
                    <a:pt x="6171" y="6932"/>
                    <a:pt x="3086" y="11571"/>
                    <a:pt x="1543" y="14761"/>
                  </a:cubicBezTo>
                  <a:cubicBezTo>
                    <a:pt x="0" y="17950"/>
                    <a:pt x="0" y="19689"/>
                    <a:pt x="0" y="2142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7" name="直线"/>
            <p:cNvSpPr/>
            <p:nvPr/>
          </p:nvSpPr>
          <p:spPr>
            <a:xfrm>
              <a:off x="3323082" y="6999793"/>
              <a:ext cx="183064" cy="543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2" h="21442" extrusionOk="0">
                  <a:moveTo>
                    <a:pt x="0" y="2547"/>
                  </a:moveTo>
                  <a:cubicBezTo>
                    <a:pt x="4886" y="1671"/>
                    <a:pt x="9771" y="796"/>
                    <a:pt x="13114" y="358"/>
                  </a:cubicBezTo>
                  <a:cubicBezTo>
                    <a:pt x="16457" y="-80"/>
                    <a:pt x="18257" y="-80"/>
                    <a:pt x="19414" y="163"/>
                  </a:cubicBezTo>
                  <a:cubicBezTo>
                    <a:pt x="20571" y="406"/>
                    <a:pt x="21086" y="893"/>
                    <a:pt x="21343" y="2644"/>
                  </a:cubicBezTo>
                  <a:cubicBezTo>
                    <a:pt x="21600" y="4396"/>
                    <a:pt x="21600" y="7412"/>
                    <a:pt x="21086" y="10574"/>
                  </a:cubicBezTo>
                  <a:cubicBezTo>
                    <a:pt x="20571" y="13736"/>
                    <a:pt x="19543" y="17044"/>
                    <a:pt x="18771" y="18942"/>
                  </a:cubicBezTo>
                  <a:cubicBezTo>
                    <a:pt x="18000" y="20839"/>
                    <a:pt x="17486" y="21325"/>
                    <a:pt x="16714" y="21423"/>
                  </a:cubicBezTo>
                  <a:cubicBezTo>
                    <a:pt x="15943" y="21520"/>
                    <a:pt x="14914" y="21228"/>
                    <a:pt x="13886" y="2093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8" name="直线"/>
            <p:cNvSpPr/>
            <p:nvPr/>
          </p:nvSpPr>
          <p:spPr>
            <a:xfrm>
              <a:off x="3565979" y="7079212"/>
              <a:ext cx="13131" cy="244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99" name="直线"/>
            <p:cNvSpPr/>
            <p:nvPr/>
          </p:nvSpPr>
          <p:spPr>
            <a:xfrm>
              <a:off x="3671016" y="6906536"/>
              <a:ext cx="118167" cy="6813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50" extrusionOk="0">
                  <a:moveTo>
                    <a:pt x="0" y="2173"/>
                  </a:moveTo>
                  <a:cubicBezTo>
                    <a:pt x="2800" y="1474"/>
                    <a:pt x="5600" y="775"/>
                    <a:pt x="8200" y="386"/>
                  </a:cubicBezTo>
                  <a:cubicBezTo>
                    <a:pt x="10800" y="-2"/>
                    <a:pt x="13200" y="-80"/>
                    <a:pt x="15200" y="75"/>
                  </a:cubicBezTo>
                  <a:cubicBezTo>
                    <a:pt x="17200" y="231"/>
                    <a:pt x="18800" y="619"/>
                    <a:pt x="19800" y="1785"/>
                  </a:cubicBezTo>
                  <a:cubicBezTo>
                    <a:pt x="20800" y="2950"/>
                    <a:pt x="21200" y="4893"/>
                    <a:pt x="21400" y="7612"/>
                  </a:cubicBezTo>
                  <a:cubicBezTo>
                    <a:pt x="21600" y="10332"/>
                    <a:pt x="21600" y="13828"/>
                    <a:pt x="21600" y="16120"/>
                  </a:cubicBezTo>
                  <a:cubicBezTo>
                    <a:pt x="21600" y="18412"/>
                    <a:pt x="21600" y="19500"/>
                    <a:pt x="21400" y="20277"/>
                  </a:cubicBezTo>
                  <a:cubicBezTo>
                    <a:pt x="21200" y="21054"/>
                    <a:pt x="20800" y="21520"/>
                    <a:pt x="19400" y="21442"/>
                  </a:cubicBezTo>
                  <a:cubicBezTo>
                    <a:pt x="18000" y="21365"/>
                    <a:pt x="15600" y="20743"/>
                    <a:pt x="13200" y="2012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0" name="直线"/>
            <p:cNvSpPr/>
            <p:nvPr/>
          </p:nvSpPr>
          <p:spPr>
            <a:xfrm>
              <a:off x="3140469" y="7206892"/>
              <a:ext cx="825963" cy="189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2" h="21230" extrusionOk="0">
                  <a:moveTo>
                    <a:pt x="482" y="18905"/>
                  </a:moveTo>
                  <a:cubicBezTo>
                    <a:pt x="197" y="19735"/>
                    <a:pt x="-88" y="20566"/>
                    <a:pt x="26" y="20982"/>
                  </a:cubicBezTo>
                  <a:cubicBezTo>
                    <a:pt x="140" y="21397"/>
                    <a:pt x="653" y="21397"/>
                    <a:pt x="1907" y="20151"/>
                  </a:cubicBezTo>
                  <a:cubicBezTo>
                    <a:pt x="3161" y="18905"/>
                    <a:pt x="5155" y="16412"/>
                    <a:pt x="7235" y="13782"/>
                  </a:cubicBezTo>
                  <a:cubicBezTo>
                    <a:pt x="9316" y="11151"/>
                    <a:pt x="11481" y="8382"/>
                    <a:pt x="13619" y="6028"/>
                  </a:cubicBezTo>
                  <a:cubicBezTo>
                    <a:pt x="15756" y="3674"/>
                    <a:pt x="17865" y="1735"/>
                    <a:pt x="19147" y="766"/>
                  </a:cubicBezTo>
                  <a:cubicBezTo>
                    <a:pt x="20429" y="-203"/>
                    <a:pt x="20885" y="-203"/>
                    <a:pt x="21142" y="489"/>
                  </a:cubicBezTo>
                  <a:cubicBezTo>
                    <a:pt x="21398" y="1182"/>
                    <a:pt x="21455" y="2566"/>
                    <a:pt x="21512" y="395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1" name="直线"/>
            <p:cNvSpPr/>
            <p:nvPr/>
          </p:nvSpPr>
          <p:spPr>
            <a:xfrm>
              <a:off x="4183068" y="7057000"/>
              <a:ext cx="111602" cy="251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41" y="4024"/>
                    <a:pt x="5082" y="8047"/>
                    <a:pt x="8682" y="11647"/>
                  </a:cubicBezTo>
                  <a:cubicBezTo>
                    <a:pt x="12282" y="15247"/>
                    <a:pt x="16941" y="18424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2" name="直线"/>
            <p:cNvSpPr/>
            <p:nvPr/>
          </p:nvSpPr>
          <p:spPr>
            <a:xfrm>
              <a:off x="4307799" y="6950919"/>
              <a:ext cx="318221" cy="3504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8" h="21446" extrusionOk="0">
                  <a:moveTo>
                    <a:pt x="0" y="6945"/>
                  </a:moveTo>
                  <a:cubicBezTo>
                    <a:pt x="1322" y="5888"/>
                    <a:pt x="2645" y="4831"/>
                    <a:pt x="5584" y="3698"/>
                  </a:cubicBezTo>
                  <a:cubicBezTo>
                    <a:pt x="8522" y="2565"/>
                    <a:pt x="13078" y="1356"/>
                    <a:pt x="16016" y="677"/>
                  </a:cubicBezTo>
                  <a:cubicBezTo>
                    <a:pt x="18955" y="-3"/>
                    <a:pt x="20278" y="-154"/>
                    <a:pt x="20939" y="148"/>
                  </a:cubicBezTo>
                  <a:cubicBezTo>
                    <a:pt x="21600" y="450"/>
                    <a:pt x="21600" y="1205"/>
                    <a:pt x="20204" y="3396"/>
                  </a:cubicBezTo>
                  <a:cubicBezTo>
                    <a:pt x="18808" y="5586"/>
                    <a:pt x="16016" y="9211"/>
                    <a:pt x="13518" y="12459"/>
                  </a:cubicBezTo>
                  <a:cubicBezTo>
                    <a:pt x="11020" y="15706"/>
                    <a:pt x="8816" y="18576"/>
                    <a:pt x="6612" y="2144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3" name="直线"/>
            <p:cNvSpPr/>
            <p:nvPr/>
          </p:nvSpPr>
          <p:spPr>
            <a:xfrm>
              <a:off x="4380012" y="7212484"/>
              <a:ext cx="118167" cy="88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000" y="19200"/>
                    <a:pt x="8000" y="16800"/>
                    <a:pt x="11600" y="13200"/>
                  </a:cubicBezTo>
                  <a:cubicBezTo>
                    <a:pt x="15200" y="9600"/>
                    <a:pt x="18400" y="48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4" name="直线"/>
            <p:cNvSpPr/>
            <p:nvPr/>
          </p:nvSpPr>
          <p:spPr>
            <a:xfrm>
              <a:off x="4393517" y="6735929"/>
              <a:ext cx="43390" cy="950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5" h="21549" extrusionOk="0">
                  <a:moveTo>
                    <a:pt x="3055" y="2243"/>
                  </a:moveTo>
                  <a:cubicBezTo>
                    <a:pt x="1975" y="1852"/>
                    <a:pt x="895" y="1460"/>
                    <a:pt x="355" y="1012"/>
                  </a:cubicBezTo>
                  <a:cubicBezTo>
                    <a:pt x="-185" y="565"/>
                    <a:pt x="-185" y="61"/>
                    <a:pt x="895" y="5"/>
                  </a:cubicBezTo>
                  <a:cubicBezTo>
                    <a:pt x="1975" y="-51"/>
                    <a:pt x="4135" y="341"/>
                    <a:pt x="6295" y="1376"/>
                  </a:cubicBezTo>
                  <a:cubicBezTo>
                    <a:pt x="8455" y="2411"/>
                    <a:pt x="10615" y="4090"/>
                    <a:pt x="12775" y="5993"/>
                  </a:cubicBezTo>
                  <a:cubicBezTo>
                    <a:pt x="14935" y="7895"/>
                    <a:pt x="17095" y="10022"/>
                    <a:pt x="18715" y="12176"/>
                  </a:cubicBezTo>
                  <a:cubicBezTo>
                    <a:pt x="20335" y="14330"/>
                    <a:pt x="21415" y="16513"/>
                    <a:pt x="21415" y="18080"/>
                  </a:cubicBezTo>
                  <a:cubicBezTo>
                    <a:pt x="21415" y="19646"/>
                    <a:pt x="20335" y="20598"/>
                    <a:pt x="19255" y="2154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5" name="直线"/>
            <p:cNvSpPr/>
            <p:nvPr/>
          </p:nvSpPr>
          <p:spPr>
            <a:xfrm>
              <a:off x="14722753" y="1391806"/>
              <a:ext cx="426500" cy="452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479" extrusionOk="0">
                  <a:moveTo>
                    <a:pt x="17034" y="536"/>
                  </a:moveTo>
                  <a:cubicBezTo>
                    <a:pt x="17261" y="268"/>
                    <a:pt x="17487" y="0"/>
                    <a:pt x="17658" y="0"/>
                  </a:cubicBezTo>
                  <a:cubicBezTo>
                    <a:pt x="17828" y="0"/>
                    <a:pt x="17941" y="268"/>
                    <a:pt x="17658" y="1152"/>
                  </a:cubicBezTo>
                  <a:cubicBezTo>
                    <a:pt x="17374" y="2037"/>
                    <a:pt x="16694" y="3537"/>
                    <a:pt x="15673" y="5011"/>
                  </a:cubicBezTo>
                  <a:cubicBezTo>
                    <a:pt x="14653" y="6485"/>
                    <a:pt x="13292" y="7933"/>
                    <a:pt x="11875" y="9514"/>
                  </a:cubicBezTo>
                  <a:cubicBezTo>
                    <a:pt x="10458" y="11095"/>
                    <a:pt x="8984" y="12810"/>
                    <a:pt x="7424" y="14471"/>
                  </a:cubicBezTo>
                  <a:cubicBezTo>
                    <a:pt x="5865" y="16133"/>
                    <a:pt x="4221" y="17741"/>
                    <a:pt x="3258" y="18652"/>
                  </a:cubicBezTo>
                  <a:cubicBezTo>
                    <a:pt x="2294" y="19563"/>
                    <a:pt x="2010" y="19778"/>
                    <a:pt x="1528" y="20206"/>
                  </a:cubicBezTo>
                  <a:cubicBezTo>
                    <a:pt x="1047" y="20635"/>
                    <a:pt x="366" y="21278"/>
                    <a:pt x="111" y="21439"/>
                  </a:cubicBezTo>
                  <a:cubicBezTo>
                    <a:pt x="-144" y="21600"/>
                    <a:pt x="26" y="21278"/>
                    <a:pt x="763" y="20340"/>
                  </a:cubicBezTo>
                  <a:cubicBezTo>
                    <a:pt x="1500" y="19402"/>
                    <a:pt x="2804" y="17848"/>
                    <a:pt x="4250" y="16455"/>
                  </a:cubicBezTo>
                  <a:cubicBezTo>
                    <a:pt x="5695" y="15061"/>
                    <a:pt x="7283" y="13828"/>
                    <a:pt x="9012" y="12837"/>
                  </a:cubicBezTo>
                  <a:cubicBezTo>
                    <a:pt x="10741" y="11845"/>
                    <a:pt x="12612" y="11095"/>
                    <a:pt x="14313" y="10532"/>
                  </a:cubicBezTo>
                  <a:cubicBezTo>
                    <a:pt x="16013" y="9969"/>
                    <a:pt x="17544" y="9594"/>
                    <a:pt x="18536" y="9353"/>
                  </a:cubicBezTo>
                  <a:cubicBezTo>
                    <a:pt x="19528" y="9112"/>
                    <a:pt x="19982" y="9004"/>
                    <a:pt x="20379" y="8978"/>
                  </a:cubicBezTo>
                  <a:cubicBezTo>
                    <a:pt x="20776" y="8951"/>
                    <a:pt x="21116" y="9004"/>
                    <a:pt x="21286" y="9192"/>
                  </a:cubicBezTo>
                  <a:cubicBezTo>
                    <a:pt x="21456" y="9380"/>
                    <a:pt x="21456" y="9701"/>
                    <a:pt x="21059" y="10478"/>
                  </a:cubicBezTo>
                  <a:cubicBezTo>
                    <a:pt x="20662" y="11256"/>
                    <a:pt x="19869" y="12488"/>
                    <a:pt x="18933" y="13909"/>
                  </a:cubicBezTo>
                  <a:cubicBezTo>
                    <a:pt x="17998" y="15329"/>
                    <a:pt x="16921" y="16937"/>
                    <a:pt x="16070" y="18036"/>
                  </a:cubicBezTo>
                  <a:cubicBezTo>
                    <a:pt x="15220" y="19134"/>
                    <a:pt x="14596" y="19724"/>
                    <a:pt x="13973" y="2031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6" name="直线"/>
            <p:cNvSpPr/>
            <p:nvPr/>
          </p:nvSpPr>
          <p:spPr>
            <a:xfrm>
              <a:off x="14910040" y="1809979"/>
              <a:ext cx="68597" cy="705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45" h="21600" extrusionOk="0">
                  <a:moveTo>
                    <a:pt x="20816" y="0"/>
                  </a:moveTo>
                  <a:cubicBezTo>
                    <a:pt x="21165" y="658"/>
                    <a:pt x="21513" y="1315"/>
                    <a:pt x="20294" y="2250"/>
                  </a:cubicBezTo>
                  <a:cubicBezTo>
                    <a:pt x="19074" y="3185"/>
                    <a:pt x="16287" y="4396"/>
                    <a:pt x="13848" y="5573"/>
                  </a:cubicBezTo>
                  <a:cubicBezTo>
                    <a:pt x="11410" y="6750"/>
                    <a:pt x="9319" y="7892"/>
                    <a:pt x="7403" y="9000"/>
                  </a:cubicBezTo>
                  <a:cubicBezTo>
                    <a:pt x="5487" y="10108"/>
                    <a:pt x="3745" y="11181"/>
                    <a:pt x="2526" y="12444"/>
                  </a:cubicBezTo>
                  <a:cubicBezTo>
                    <a:pt x="1307" y="13708"/>
                    <a:pt x="610" y="15162"/>
                    <a:pt x="261" y="16546"/>
                  </a:cubicBezTo>
                  <a:cubicBezTo>
                    <a:pt x="-87" y="17931"/>
                    <a:pt x="-87" y="19246"/>
                    <a:pt x="261" y="20077"/>
                  </a:cubicBezTo>
                  <a:cubicBezTo>
                    <a:pt x="610" y="20908"/>
                    <a:pt x="1307" y="21254"/>
                    <a:pt x="2003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7" name="直线"/>
            <p:cNvSpPr/>
            <p:nvPr/>
          </p:nvSpPr>
          <p:spPr>
            <a:xfrm>
              <a:off x="15075897" y="1799138"/>
              <a:ext cx="176312" cy="5770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57" extrusionOk="0">
                  <a:moveTo>
                    <a:pt x="0" y="2042"/>
                  </a:moveTo>
                  <a:cubicBezTo>
                    <a:pt x="1800" y="1370"/>
                    <a:pt x="3600" y="697"/>
                    <a:pt x="6300" y="319"/>
                  </a:cubicBezTo>
                  <a:cubicBezTo>
                    <a:pt x="9000" y="-59"/>
                    <a:pt x="12600" y="-143"/>
                    <a:pt x="15023" y="298"/>
                  </a:cubicBezTo>
                  <a:cubicBezTo>
                    <a:pt x="17446" y="739"/>
                    <a:pt x="18692" y="1706"/>
                    <a:pt x="19454" y="2988"/>
                  </a:cubicBezTo>
                  <a:cubicBezTo>
                    <a:pt x="20215" y="4269"/>
                    <a:pt x="20492" y="5866"/>
                    <a:pt x="20631" y="7442"/>
                  </a:cubicBezTo>
                  <a:cubicBezTo>
                    <a:pt x="20769" y="9018"/>
                    <a:pt x="20769" y="10573"/>
                    <a:pt x="20977" y="12191"/>
                  </a:cubicBezTo>
                  <a:cubicBezTo>
                    <a:pt x="21185" y="13809"/>
                    <a:pt x="21600" y="15490"/>
                    <a:pt x="21600" y="16939"/>
                  </a:cubicBezTo>
                  <a:cubicBezTo>
                    <a:pt x="21600" y="18389"/>
                    <a:pt x="21185" y="19608"/>
                    <a:pt x="19938" y="20322"/>
                  </a:cubicBezTo>
                  <a:cubicBezTo>
                    <a:pt x="18692" y="21037"/>
                    <a:pt x="16615" y="21247"/>
                    <a:pt x="14538" y="2145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8" name="直线"/>
            <p:cNvSpPr/>
            <p:nvPr/>
          </p:nvSpPr>
          <p:spPr>
            <a:xfrm>
              <a:off x="15038601" y="2030368"/>
              <a:ext cx="84765" cy="440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456" y="15508"/>
                    <a:pt x="6912" y="9415"/>
                    <a:pt x="10512" y="5815"/>
                  </a:cubicBezTo>
                  <a:cubicBezTo>
                    <a:pt x="14112" y="2215"/>
                    <a:pt x="17856" y="1108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09" name="直线"/>
            <p:cNvSpPr/>
            <p:nvPr/>
          </p:nvSpPr>
          <p:spPr>
            <a:xfrm>
              <a:off x="15066856" y="2138867"/>
              <a:ext cx="114150" cy="774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60" extrusionOk="0">
                  <a:moveTo>
                    <a:pt x="1711" y="18783"/>
                  </a:moveTo>
                  <a:cubicBezTo>
                    <a:pt x="855" y="20035"/>
                    <a:pt x="0" y="21287"/>
                    <a:pt x="0" y="21443"/>
                  </a:cubicBezTo>
                  <a:cubicBezTo>
                    <a:pt x="0" y="21600"/>
                    <a:pt x="855" y="20661"/>
                    <a:pt x="4598" y="16904"/>
                  </a:cubicBezTo>
                  <a:cubicBezTo>
                    <a:pt x="8341" y="13148"/>
                    <a:pt x="14970" y="6574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0" name="直线"/>
            <p:cNvSpPr/>
            <p:nvPr/>
          </p:nvSpPr>
          <p:spPr>
            <a:xfrm>
              <a:off x="15079515" y="2013415"/>
              <a:ext cx="9945" cy="308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8" h="21600" extrusionOk="0">
                  <a:moveTo>
                    <a:pt x="21118" y="0"/>
                  </a:moveTo>
                  <a:cubicBezTo>
                    <a:pt x="13918" y="2532"/>
                    <a:pt x="6718" y="5064"/>
                    <a:pt x="3118" y="8070"/>
                  </a:cubicBezTo>
                  <a:cubicBezTo>
                    <a:pt x="-482" y="11077"/>
                    <a:pt x="-482" y="14558"/>
                    <a:pt x="718" y="16892"/>
                  </a:cubicBezTo>
                  <a:cubicBezTo>
                    <a:pt x="1918" y="19226"/>
                    <a:pt x="4318" y="20413"/>
                    <a:pt x="6718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1" name="直线"/>
            <p:cNvSpPr/>
            <p:nvPr/>
          </p:nvSpPr>
          <p:spPr>
            <a:xfrm>
              <a:off x="15418347" y="1505640"/>
              <a:ext cx="224929" cy="239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7" h="21527" extrusionOk="0">
                  <a:moveTo>
                    <a:pt x="0" y="5707"/>
                  </a:moveTo>
                  <a:cubicBezTo>
                    <a:pt x="107" y="5200"/>
                    <a:pt x="215" y="4693"/>
                    <a:pt x="1451" y="4186"/>
                  </a:cubicBezTo>
                  <a:cubicBezTo>
                    <a:pt x="2687" y="3679"/>
                    <a:pt x="5051" y="3172"/>
                    <a:pt x="8113" y="2462"/>
                  </a:cubicBezTo>
                  <a:cubicBezTo>
                    <a:pt x="11176" y="1752"/>
                    <a:pt x="14937" y="840"/>
                    <a:pt x="17194" y="383"/>
                  </a:cubicBezTo>
                  <a:cubicBezTo>
                    <a:pt x="19451" y="-73"/>
                    <a:pt x="20203" y="-73"/>
                    <a:pt x="20740" y="130"/>
                  </a:cubicBezTo>
                  <a:cubicBezTo>
                    <a:pt x="21278" y="333"/>
                    <a:pt x="21600" y="738"/>
                    <a:pt x="21224" y="2310"/>
                  </a:cubicBezTo>
                  <a:cubicBezTo>
                    <a:pt x="20848" y="3882"/>
                    <a:pt x="19773" y="6620"/>
                    <a:pt x="18269" y="9409"/>
                  </a:cubicBezTo>
                  <a:cubicBezTo>
                    <a:pt x="16764" y="12197"/>
                    <a:pt x="14830" y="15037"/>
                    <a:pt x="13272" y="17065"/>
                  </a:cubicBezTo>
                  <a:cubicBezTo>
                    <a:pt x="11713" y="19093"/>
                    <a:pt x="10531" y="20310"/>
                    <a:pt x="9349" y="2152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2" name="直线"/>
            <p:cNvSpPr/>
            <p:nvPr/>
          </p:nvSpPr>
          <p:spPr>
            <a:xfrm>
              <a:off x="15374270" y="1691309"/>
              <a:ext cx="111890" cy="2746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545" y="3289"/>
                    <a:pt x="15491" y="6578"/>
                    <a:pt x="12218" y="9867"/>
                  </a:cubicBezTo>
                  <a:cubicBezTo>
                    <a:pt x="8945" y="13156"/>
                    <a:pt x="5455" y="16444"/>
                    <a:pt x="3382" y="18400"/>
                  </a:cubicBezTo>
                  <a:cubicBezTo>
                    <a:pt x="1309" y="20356"/>
                    <a:pt x="655" y="2097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3" name="直线"/>
            <p:cNvSpPr/>
            <p:nvPr/>
          </p:nvSpPr>
          <p:spPr>
            <a:xfrm>
              <a:off x="15458614" y="1854057"/>
              <a:ext cx="166561" cy="136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4" h="21097" extrusionOk="0">
                  <a:moveTo>
                    <a:pt x="3098" y="0"/>
                  </a:moveTo>
                  <a:cubicBezTo>
                    <a:pt x="1938" y="3658"/>
                    <a:pt x="779" y="7316"/>
                    <a:pt x="271" y="10800"/>
                  </a:cubicBezTo>
                  <a:cubicBezTo>
                    <a:pt x="-236" y="14284"/>
                    <a:pt x="-91" y="17594"/>
                    <a:pt x="1214" y="19423"/>
                  </a:cubicBezTo>
                  <a:cubicBezTo>
                    <a:pt x="2518" y="21252"/>
                    <a:pt x="4983" y="21600"/>
                    <a:pt x="8317" y="20381"/>
                  </a:cubicBezTo>
                  <a:cubicBezTo>
                    <a:pt x="11651" y="19161"/>
                    <a:pt x="15855" y="16374"/>
                    <a:pt x="18175" y="14632"/>
                  </a:cubicBezTo>
                  <a:cubicBezTo>
                    <a:pt x="20494" y="12890"/>
                    <a:pt x="20929" y="12194"/>
                    <a:pt x="21147" y="11758"/>
                  </a:cubicBezTo>
                  <a:cubicBezTo>
                    <a:pt x="21364" y="11323"/>
                    <a:pt x="21364" y="11148"/>
                    <a:pt x="21364" y="1097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4" name="直线"/>
            <p:cNvSpPr/>
            <p:nvPr/>
          </p:nvSpPr>
          <p:spPr>
            <a:xfrm>
              <a:off x="15387832" y="2067665"/>
              <a:ext cx="366186" cy="1593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533" y="19455"/>
                    <a:pt x="5067" y="17311"/>
                    <a:pt x="7500" y="15089"/>
                  </a:cubicBezTo>
                  <a:cubicBezTo>
                    <a:pt x="9933" y="12868"/>
                    <a:pt x="12267" y="10570"/>
                    <a:pt x="14467" y="8349"/>
                  </a:cubicBezTo>
                  <a:cubicBezTo>
                    <a:pt x="16667" y="6128"/>
                    <a:pt x="18733" y="3983"/>
                    <a:pt x="19900" y="2604"/>
                  </a:cubicBezTo>
                  <a:cubicBezTo>
                    <a:pt x="21067" y="1226"/>
                    <a:pt x="21333" y="61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5" name="直线"/>
            <p:cNvSpPr/>
            <p:nvPr/>
          </p:nvSpPr>
          <p:spPr>
            <a:xfrm>
              <a:off x="15584487" y="1847809"/>
              <a:ext cx="16953" cy="704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2" extrusionOk="0">
                  <a:moveTo>
                    <a:pt x="12960" y="502"/>
                  </a:moveTo>
                  <a:cubicBezTo>
                    <a:pt x="10080" y="260"/>
                    <a:pt x="7200" y="19"/>
                    <a:pt x="5760" y="1"/>
                  </a:cubicBezTo>
                  <a:cubicBezTo>
                    <a:pt x="4320" y="-16"/>
                    <a:pt x="4320" y="191"/>
                    <a:pt x="5040" y="847"/>
                  </a:cubicBezTo>
                  <a:cubicBezTo>
                    <a:pt x="5760" y="1502"/>
                    <a:pt x="7200" y="2606"/>
                    <a:pt x="7920" y="3711"/>
                  </a:cubicBezTo>
                  <a:cubicBezTo>
                    <a:pt x="8640" y="4815"/>
                    <a:pt x="8640" y="5919"/>
                    <a:pt x="8640" y="7213"/>
                  </a:cubicBezTo>
                  <a:cubicBezTo>
                    <a:pt x="8640" y="8507"/>
                    <a:pt x="8640" y="9990"/>
                    <a:pt x="7200" y="11371"/>
                  </a:cubicBezTo>
                  <a:cubicBezTo>
                    <a:pt x="5760" y="12751"/>
                    <a:pt x="2880" y="14027"/>
                    <a:pt x="1440" y="15356"/>
                  </a:cubicBezTo>
                  <a:cubicBezTo>
                    <a:pt x="0" y="16684"/>
                    <a:pt x="0" y="18065"/>
                    <a:pt x="0" y="19065"/>
                  </a:cubicBezTo>
                  <a:cubicBezTo>
                    <a:pt x="0" y="20066"/>
                    <a:pt x="0" y="20687"/>
                    <a:pt x="2160" y="21066"/>
                  </a:cubicBezTo>
                  <a:cubicBezTo>
                    <a:pt x="4320" y="21446"/>
                    <a:pt x="8640" y="21584"/>
                    <a:pt x="12240" y="21498"/>
                  </a:cubicBezTo>
                  <a:cubicBezTo>
                    <a:pt x="15840" y="21411"/>
                    <a:pt x="18720" y="21101"/>
                    <a:pt x="21600" y="2079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6" name="直线"/>
            <p:cNvSpPr/>
            <p:nvPr/>
          </p:nvSpPr>
          <p:spPr>
            <a:xfrm>
              <a:off x="16004920" y="1833714"/>
              <a:ext cx="122063" cy="44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2769"/>
                    <a:pt x="0" y="5538"/>
                    <a:pt x="1100" y="8862"/>
                  </a:cubicBezTo>
                  <a:cubicBezTo>
                    <a:pt x="2200" y="12185"/>
                    <a:pt x="4400" y="16062"/>
                    <a:pt x="8000" y="18277"/>
                  </a:cubicBezTo>
                  <a:cubicBezTo>
                    <a:pt x="11600" y="20492"/>
                    <a:pt x="16600" y="21046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7" name="直线"/>
            <p:cNvSpPr/>
            <p:nvPr/>
          </p:nvSpPr>
          <p:spPr>
            <a:xfrm>
              <a:off x="16008843" y="2013415"/>
              <a:ext cx="141874" cy="115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9" h="21600" extrusionOk="0">
                  <a:moveTo>
                    <a:pt x="1976" y="20329"/>
                  </a:moveTo>
                  <a:cubicBezTo>
                    <a:pt x="948" y="20965"/>
                    <a:pt x="-81" y="21600"/>
                    <a:pt x="5" y="21600"/>
                  </a:cubicBezTo>
                  <a:cubicBezTo>
                    <a:pt x="90" y="21600"/>
                    <a:pt x="1290" y="20965"/>
                    <a:pt x="4119" y="18424"/>
                  </a:cubicBezTo>
                  <a:cubicBezTo>
                    <a:pt x="6948" y="15882"/>
                    <a:pt x="11405" y="11435"/>
                    <a:pt x="14576" y="8047"/>
                  </a:cubicBezTo>
                  <a:cubicBezTo>
                    <a:pt x="17748" y="4659"/>
                    <a:pt x="19633" y="2329"/>
                    <a:pt x="21519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8" name="直线"/>
            <p:cNvSpPr/>
            <p:nvPr/>
          </p:nvSpPr>
          <p:spPr>
            <a:xfrm>
              <a:off x="16255047" y="1803736"/>
              <a:ext cx="397478" cy="316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0" h="21475" extrusionOk="0">
                  <a:moveTo>
                    <a:pt x="4448" y="883"/>
                  </a:moveTo>
                  <a:cubicBezTo>
                    <a:pt x="5794" y="807"/>
                    <a:pt x="7140" y="730"/>
                    <a:pt x="8762" y="577"/>
                  </a:cubicBezTo>
                  <a:cubicBezTo>
                    <a:pt x="10383" y="424"/>
                    <a:pt x="12280" y="194"/>
                    <a:pt x="13412" y="79"/>
                  </a:cubicBezTo>
                  <a:cubicBezTo>
                    <a:pt x="14544" y="-36"/>
                    <a:pt x="14912" y="-36"/>
                    <a:pt x="15095" y="155"/>
                  </a:cubicBezTo>
                  <a:cubicBezTo>
                    <a:pt x="15279" y="347"/>
                    <a:pt x="15279" y="730"/>
                    <a:pt x="14667" y="1802"/>
                  </a:cubicBezTo>
                  <a:cubicBezTo>
                    <a:pt x="14055" y="2875"/>
                    <a:pt x="12831" y="4636"/>
                    <a:pt x="11454" y="6551"/>
                  </a:cubicBezTo>
                  <a:cubicBezTo>
                    <a:pt x="10078" y="8466"/>
                    <a:pt x="8548" y="10534"/>
                    <a:pt x="6896" y="12296"/>
                  </a:cubicBezTo>
                  <a:cubicBezTo>
                    <a:pt x="5244" y="14058"/>
                    <a:pt x="3469" y="15513"/>
                    <a:pt x="2306" y="16777"/>
                  </a:cubicBezTo>
                  <a:cubicBezTo>
                    <a:pt x="1144" y="18041"/>
                    <a:pt x="593" y="19113"/>
                    <a:pt x="287" y="19879"/>
                  </a:cubicBezTo>
                  <a:cubicBezTo>
                    <a:pt x="-19" y="20645"/>
                    <a:pt x="-80" y="21104"/>
                    <a:pt x="104" y="21334"/>
                  </a:cubicBezTo>
                  <a:cubicBezTo>
                    <a:pt x="287" y="21564"/>
                    <a:pt x="715" y="21564"/>
                    <a:pt x="2000" y="20951"/>
                  </a:cubicBezTo>
                  <a:cubicBezTo>
                    <a:pt x="3285" y="20338"/>
                    <a:pt x="5427" y="19113"/>
                    <a:pt x="7446" y="17849"/>
                  </a:cubicBezTo>
                  <a:cubicBezTo>
                    <a:pt x="9466" y="16585"/>
                    <a:pt x="11363" y="15283"/>
                    <a:pt x="13688" y="13866"/>
                  </a:cubicBezTo>
                  <a:cubicBezTo>
                    <a:pt x="16013" y="12449"/>
                    <a:pt x="18766" y="10917"/>
                    <a:pt x="21520" y="938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19" name="直线"/>
            <p:cNvSpPr/>
            <p:nvPr/>
          </p:nvSpPr>
          <p:spPr>
            <a:xfrm>
              <a:off x="16272778" y="1538732"/>
              <a:ext cx="159358" cy="779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834" y="845"/>
                    <a:pt x="20068" y="1690"/>
                    <a:pt x="19149" y="2708"/>
                  </a:cubicBezTo>
                  <a:cubicBezTo>
                    <a:pt x="18230" y="3725"/>
                    <a:pt x="17157" y="4915"/>
                    <a:pt x="16085" y="5963"/>
                  </a:cubicBezTo>
                  <a:cubicBezTo>
                    <a:pt x="15013" y="7012"/>
                    <a:pt x="13940" y="7920"/>
                    <a:pt x="12715" y="8843"/>
                  </a:cubicBezTo>
                  <a:cubicBezTo>
                    <a:pt x="11489" y="9767"/>
                    <a:pt x="10111" y="10706"/>
                    <a:pt x="8808" y="11723"/>
                  </a:cubicBezTo>
                  <a:cubicBezTo>
                    <a:pt x="7506" y="12741"/>
                    <a:pt x="6281" y="13837"/>
                    <a:pt x="5055" y="15010"/>
                  </a:cubicBezTo>
                  <a:cubicBezTo>
                    <a:pt x="3830" y="16184"/>
                    <a:pt x="2604" y="17437"/>
                    <a:pt x="1762" y="18548"/>
                  </a:cubicBezTo>
                  <a:cubicBezTo>
                    <a:pt x="919" y="19659"/>
                    <a:pt x="460" y="2063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20" name="直线"/>
            <p:cNvSpPr/>
            <p:nvPr/>
          </p:nvSpPr>
          <p:spPr>
            <a:xfrm>
              <a:off x="16394839" y="2159211"/>
              <a:ext cx="264467" cy="111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862" y="4582"/>
                    <a:pt x="5723" y="9164"/>
                    <a:pt x="8538" y="12327"/>
                  </a:cubicBezTo>
                  <a:cubicBezTo>
                    <a:pt x="11354" y="15491"/>
                    <a:pt x="14123" y="17236"/>
                    <a:pt x="16292" y="18545"/>
                  </a:cubicBezTo>
                  <a:cubicBezTo>
                    <a:pt x="18462" y="19855"/>
                    <a:pt x="20031" y="20727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21" name="直线"/>
            <p:cNvSpPr/>
            <p:nvPr/>
          </p:nvSpPr>
          <p:spPr>
            <a:xfrm>
              <a:off x="17026794" y="1501435"/>
              <a:ext cx="137711" cy="474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7" h="21600" extrusionOk="0">
                  <a:moveTo>
                    <a:pt x="2958" y="0"/>
                  </a:moveTo>
                  <a:cubicBezTo>
                    <a:pt x="1904" y="514"/>
                    <a:pt x="851" y="1029"/>
                    <a:pt x="324" y="2571"/>
                  </a:cubicBezTo>
                  <a:cubicBezTo>
                    <a:pt x="-203" y="4114"/>
                    <a:pt x="-203" y="6686"/>
                    <a:pt x="1202" y="9514"/>
                  </a:cubicBezTo>
                  <a:cubicBezTo>
                    <a:pt x="2607" y="12343"/>
                    <a:pt x="5417" y="15429"/>
                    <a:pt x="9017" y="17486"/>
                  </a:cubicBezTo>
                  <a:cubicBezTo>
                    <a:pt x="12617" y="19543"/>
                    <a:pt x="17007" y="20571"/>
                    <a:pt x="21397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22" name="直线"/>
            <p:cNvSpPr/>
            <p:nvPr/>
          </p:nvSpPr>
          <p:spPr>
            <a:xfrm>
              <a:off x="16786189" y="1579419"/>
              <a:ext cx="727548" cy="2226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8" h="21600" extrusionOk="0">
                  <a:moveTo>
                    <a:pt x="360" y="21381"/>
                  </a:moveTo>
                  <a:cubicBezTo>
                    <a:pt x="159" y="21490"/>
                    <a:pt x="-42" y="21600"/>
                    <a:pt x="8" y="21600"/>
                  </a:cubicBezTo>
                  <a:cubicBezTo>
                    <a:pt x="58" y="21600"/>
                    <a:pt x="360" y="21490"/>
                    <a:pt x="1013" y="20887"/>
                  </a:cubicBezTo>
                  <a:cubicBezTo>
                    <a:pt x="1666" y="20284"/>
                    <a:pt x="2671" y="19188"/>
                    <a:pt x="3759" y="17817"/>
                  </a:cubicBezTo>
                  <a:cubicBezTo>
                    <a:pt x="4847" y="16447"/>
                    <a:pt x="6019" y="14802"/>
                    <a:pt x="7242" y="13157"/>
                  </a:cubicBezTo>
                  <a:cubicBezTo>
                    <a:pt x="8464" y="11513"/>
                    <a:pt x="9737" y="9868"/>
                    <a:pt x="10992" y="8497"/>
                  </a:cubicBezTo>
                  <a:cubicBezTo>
                    <a:pt x="12248" y="7127"/>
                    <a:pt x="13487" y="6030"/>
                    <a:pt x="14693" y="4934"/>
                  </a:cubicBezTo>
                  <a:cubicBezTo>
                    <a:pt x="15898" y="3838"/>
                    <a:pt x="17071" y="2741"/>
                    <a:pt x="18209" y="1919"/>
                  </a:cubicBezTo>
                  <a:cubicBezTo>
                    <a:pt x="19348" y="1096"/>
                    <a:pt x="20453" y="548"/>
                    <a:pt x="21558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23" name="直线"/>
            <p:cNvSpPr/>
            <p:nvPr/>
          </p:nvSpPr>
          <p:spPr>
            <a:xfrm>
              <a:off x="17133989" y="1887963"/>
              <a:ext cx="128099" cy="382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5" h="21600" extrusionOk="0">
                  <a:moveTo>
                    <a:pt x="0" y="0"/>
                  </a:moveTo>
                  <a:cubicBezTo>
                    <a:pt x="3166" y="128"/>
                    <a:pt x="6331" y="256"/>
                    <a:pt x="9869" y="1054"/>
                  </a:cubicBezTo>
                  <a:cubicBezTo>
                    <a:pt x="13407" y="1853"/>
                    <a:pt x="17317" y="3323"/>
                    <a:pt x="19366" y="5049"/>
                  </a:cubicBezTo>
                  <a:cubicBezTo>
                    <a:pt x="21414" y="6774"/>
                    <a:pt x="21600" y="8755"/>
                    <a:pt x="20203" y="10800"/>
                  </a:cubicBezTo>
                  <a:cubicBezTo>
                    <a:pt x="18807" y="12845"/>
                    <a:pt x="15828" y="14954"/>
                    <a:pt x="13035" y="16679"/>
                  </a:cubicBezTo>
                  <a:cubicBezTo>
                    <a:pt x="10241" y="18405"/>
                    <a:pt x="7635" y="19747"/>
                    <a:pt x="5866" y="20546"/>
                  </a:cubicBezTo>
                  <a:cubicBezTo>
                    <a:pt x="4097" y="21344"/>
                    <a:pt x="3166" y="21600"/>
                    <a:pt x="2421" y="21600"/>
                  </a:cubicBezTo>
                  <a:cubicBezTo>
                    <a:pt x="1676" y="21600"/>
                    <a:pt x="1117" y="21344"/>
                    <a:pt x="559" y="2108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24" name="直线"/>
            <p:cNvSpPr/>
            <p:nvPr/>
          </p:nvSpPr>
          <p:spPr>
            <a:xfrm>
              <a:off x="16964459" y="1691309"/>
              <a:ext cx="233952" cy="430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9722" y="1871"/>
                    <a:pt x="17843" y="3742"/>
                    <a:pt x="16017" y="5528"/>
                  </a:cubicBezTo>
                  <a:cubicBezTo>
                    <a:pt x="14191" y="7313"/>
                    <a:pt x="12417" y="9014"/>
                    <a:pt x="10383" y="10800"/>
                  </a:cubicBezTo>
                  <a:cubicBezTo>
                    <a:pt x="8348" y="12586"/>
                    <a:pt x="6052" y="14457"/>
                    <a:pt x="4278" y="16271"/>
                  </a:cubicBezTo>
                  <a:cubicBezTo>
                    <a:pt x="2504" y="18085"/>
                    <a:pt x="1252" y="1984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25" name="直线"/>
            <p:cNvSpPr/>
            <p:nvPr/>
          </p:nvSpPr>
          <p:spPr>
            <a:xfrm>
              <a:off x="17825670" y="1206453"/>
              <a:ext cx="162750" cy="57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50" y="6353"/>
                    <a:pt x="8700" y="12706"/>
                    <a:pt x="12300" y="16306"/>
                  </a:cubicBezTo>
                  <a:cubicBezTo>
                    <a:pt x="15900" y="19906"/>
                    <a:pt x="18750" y="20753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26" name="直线"/>
            <p:cNvSpPr/>
            <p:nvPr/>
          </p:nvSpPr>
          <p:spPr>
            <a:xfrm>
              <a:off x="17649359" y="1389545"/>
              <a:ext cx="13564" cy="139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3337"/>
                    <a:pt x="7200" y="6673"/>
                    <a:pt x="3600" y="10273"/>
                  </a:cubicBezTo>
                  <a:cubicBezTo>
                    <a:pt x="0" y="13873"/>
                    <a:pt x="0" y="1773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27" name="直线"/>
            <p:cNvSpPr/>
            <p:nvPr/>
          </p:nvSpPr>
          <p:spPr>
            <a:xfrm>
              <a:off x="17717171" y="1339599"/>
              <a:ext cx="357191" cy="24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1521" extrusionOk="0">
                  <a:moveTo>
                    <a:pt x="0" y="9553"/>
                  </a:moveTo>
                  <a:cubicBezTo>
                    <a:pt x="2589" y="7802"/>
                    <a:pt x="5179" y="6051"/>
                    <a:pt x="7768" y="4640"/>
                  </a:cubicBezTo>
                  <a:cubicBezTo>
                    <a:pt x="10357" y="3229"/>
                    <a:pt x="12946" y="2159"/>
                    <a:pt x="15127" y="1380"/>
                  </a:cubicBezTo>
                  <a:cubicBezTo>
                    <a:pt x="17307" y="602"/>
                    <a:pt x="19079" y="116"/>
                    <a:pt x="20101" y="18"/>
                  </a:cubicBezTo>
                  <a:cubicBezTo>
                    <a:pt x="21123" y="-79"/>
                    <a:pt x="21396" y="213"/>
                    <a:pt x="21498" y="651"/>
                  </a:cubicBezTo>
                  <a:cubicBezTo>
                    <a:pt x="21600" y="1089"/>
                    <a:pt x="21532" y="1672"/>
                    <a:pt x="20748" y="3375"/>
                  </a:cubicBezTo>
                  <a:cubicBezTo>
                    <a:pt x="19965" y="5078"/>
                    <a:pt x="18466" y="7899"/>
                    <a:pt x="16933" y="11110"/>
                  </a:cubicBezTo>
                  <a:cubicBezTo>
                    <a:pt x="15399" y="14321"/>
                    <a:pt x="13832" y="17921"/>
                    <a:pt x="12265" y="2152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28" name="直线"/>
            <p:cNvSpPr/>
            <p:nvPr/>
          </p:nvSpPr>
          <p:spPr>
            <a:xfrm>
              <a:off x="17767634" y="1571333"/>
              <a:ext cx="214005" cy="350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3" h="21541" extrusionOk="0">
                  <a:moveTo>
                    <a:pt x="4450" y="80"/>
                  </a:moveTo>
                  <a:cubicBezTo>
                    <a:pt x="3771" y="10"/>
                    <a:pt x="3093" y="-59"/>
                    <a:pt x="2584" y="80"/>
                  </a:cubicBezTo>
                  <a:cubicBezTo>
                    <a:pt x="2075" y="219"/>
                    <a:pt x="1736" y="566"/>
                    <a:pt x="1170" y="1886"/>
                  </a:cubicBezTo>
                  <a:cubicBezTo>
                    <a:pt x="605" y="3205"/>
                    <a:pt x="-187" y="5497"/>
                    <a:pt x="39" y="7650"/>
                  </a:cubicBezTo>
                  <a:cubicBezTo>
                    <a:pt x="265" y="9803"/>
                    <a:pt x="1509" y="11818"/>
                    <a:pt x="3375" y="13380"/>
                  </a:cubicBezTo>
                  <a:cubicBezTo>
                    <a:pt x="5241" y="14943"/>
                    <a:pt x="7729" y="16054"/>
                    <a:pt x="10783" y="16992"/>
                  </a:cubicBezTo>
                  <a:cubicBezTo>
                    <a:pt x="13836" y="17929"/>
                    <a:pt x="17455" y="18693"/>
                    <a:pt x="19321" y="19423"/>
                  </a:cubicBezTo>
                  <a:cubicBezTo>
                    <a:pt x="21187" y="20152"/>
                    <a:pt x="21300" y="20846"/>
                    <a:pt x="21413" y="2154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29" name="直线"/>
            <p:cNvSpPr/>
            <p:nvPr/>
          </p:nvSpPr>
          <p:spPr>
            <a:xfrm>
              <a:off x="17723953" y="1657403"/>
              <a:ext cx="206827" cy="257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9121" y="3032"/>
                    <a:pt x="16643" y="6063"/>
                    <a:pt x="14164" y="9000"/>
                  </a:cubicBezTo>
                  <a:cubicBezTo>
                    <a:pt x="11685" y="11937"/>
                    <a:pt x="9207" y="14779"/>
                    <a:pt x="6846" y="16863"/>
                  </a:cubicBezTo>
                  <a:cubicBezTo>
                    <a:pt x="4485" y="18947"/>
                    <a:pt x="2243" y="20274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0" name="直线"/>
            <p:cNvSpPr/>
            <p:nvPr/>
          </p:nvSpPr>
          <p:spPr>
            <a:xfrm>
              <a:off x="17544251" y="1565207"/>
              <a:ext cx="644214" cy="112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8" extrusionOk="0">
                  <a:moveTo>
                    <a:pt x="0" y="21508"/>
                  </a:moveTo>
                  <a:cubicBezTo>
                    <a:pt x="985" y="19780"/>
                    <a:pt x="1971" y="18052"/>
                    <a:pt x="3088" y="16432"/>
                  </a:cubicBezTo>
                  <a:cubicBezTo>
                    <a:pt x="4206" y="14812"/>
                    <a:pt x="5457" y="13300"/>
                    <a:pt x="6802" y="11572"/>
                  </a:cubicBezTo>
                  <a:cubicBezTo>
                    <a:pt x="8147" y="9844"/>
                    <a:pt x="9587" y="7900"/>
                    <a:pt x="11046" y="6064"/>
                  </a:cubicBezTo>
                  <a:cubicBezTo>
                    <a:pt x="12505" y="4228"/>
                    <a:pt x="13983" y="2500"/>
                    <a:pt x="15404" y="1420"/>
                  </a:cubicBezTo>
                  <a:cubicBezTo>
                    <a:pt x="16825" y="340"/>
                    <a:pt x="18189" y="-92"/>
                    <a:pt x="19213" y="16"/>
                  </a:cubicBezTo>
                  <a:cubicBezTo>
                    <a:pt x="20236" y="124"/>
                    <a:pt x="20918" y="772"/>
                    <a:pt x="21600" y="142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1" name="直线"/>
            <p:cNvSpPr/>
            <p:nvPr/>
          </p:nvSpPr>
          <p:spPr>
            <a:xfrm>
              <a:off x="17452705" y="1986290"/>
              <a:ext cx="701854" cy="140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17" extrusionOk="0">
                  <a:moveTo>
                    <a:pt x="0" y="21254"/>
                  </a:moveTo>
                  <a:cubicBezTo>
                    <a:pt x="1009" y="21427"/>
                    <a:pt x="2017" y="21600"/>
                    <a:pt x="3096" y="20995"/>
                  </a:cubicBezTo>
                  <a:cubicBezTo>
                    <a:pt x="4174" y="20390"/>
                    <a:pt x="5322" y="19008"/>
                    <a:pt x="6591" y="17194"/>
                  </a:cubicBezTo>
                  <a:cubicBezTo>
                    <a:pt x="7861" y="15379"/>
                    <a:pt x="9252" y="13133"/>
                    <a:pt x="10522" y="10973"/>
                  </a:cubicBezTo>
                  <a:cubicBezTo>
                    <a:pt x="11791" y="8813"/>
                    <a:pt x="12939" y="6739"/>
                    <a:pt x="14157" y="4925"/>
                  </a:cubicBezTo>
                  <a:cubicBezTo>
                    <a:pt x="15374" y="3110"/>
                    <a:pt x="16661" y="1555"/>
                    <a:pt x="17913" y="778"/>
                  </a:cubicBezTo>
                  <a:cubicBezTo>
                    <a:pt x="19165" y="0"/>
                    <a:pt x="20383" y="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2" name="直线"/>
            <p:cNvSpPr/>
            <p:nvPr/>
          </p:nvSpPr>
          <p:spPr>
            <a:xfrm>
              <a:off x="17812108" y="1952384"/>
              <a:ext cx="20059" cy="4441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7" h="21600" extrusionOk="0">
                  <a:moveTo>
                    <a:pt x="0" y="0"/>
                  </a:moveTo>
                  <a:cubicBezTo>
                    <a:pt x="7200" y="2198"/>
                    <a:pt x="14400" y="4397"/>
                    <a:pt x="18000" y="6678"/>
                  </a:cubicBezTo>
                  <a:cubicBezTo>
                    <a:pt x="21600" y="8959"/>
                    <a:pt x="21600" y="11322"/>
                    <a:pt x="21000" y="13576"/>
                  </a:cubicBezTo>
                  <a:cubicBezTo>
                    <a:pt x="20400" y="15829"/>
                    <a:pt x="19200" y="17973"/>
                    <a:pt x="18601" y="19292"/>
                  </a:cubicBezTo>
                  <a:cubicBezTo>
                    <a:pt x="18001" y="20611"/>
                    <a:pt x="18001" y="21105"/>
                    <a:pt x="18001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3" name="直线"/>
            <p:cNvSpPr/>
            <p:nvPr/>
          </p:nvSpPr>
          <p:spPr>
            <a:xfrm>
              <a:off x="17595109" y="2098180"/>
              <a:ext cx="257687" cy="264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032" y="0"/>
                    <a:pt x="20463" y="0"/>
                    <a:pt x="19611" y="831"/>
                  </a:cubicBezTo>
                  <a:cubicBezTo>
                    <a:pt x="18758" y="1662"/>
                    <a:pt x="17621" y="3323"/>
                    <a:pt x="15916" y="5308"/>
                  </a:cubicBezTo>
                  <a:cubicBezTo>
                    <a:pt x="14211" y="7292"/>
                    <a:pt x="11937" y="9600"/>
                    <a:pt x="9426" y="12185"/>
                  </a:cubicBezTo>
                  <a:cubicBezTo>
                    <a:pt x="6916" y="14769"/>
                    <a:pt x="4168" y="17631"/>
                    <a:pt x="2558" y="19246"/>
                  </a:cubicBezTo>
                  <a:cubicBezTo>
                    <a:pt x="947" y="20862"/>
                    <a:pt x="474" y="2123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4" name="直线"/>
            <p:cNvSpPr/>
            <p:nvPr/>
          </p:nvSpPr>
          <p:spPr>
            <a:xfrm>
              <a:off x="17829061" y="2216851"/>
              <a:ext cx="400091" cy="135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892" y="2160"/>
                    <a:pt x="3783" y="4320"/>
                    <a:pt x="5736" y="6570"/>
                  </a:cubicBezTo>
                  <a:cubicBezTo>
                    <a:pt x="7688" y="8820"/>
                    <a:pt x="9702" y="11160"/>
                    <a:pt x="11685" y="12690"/>
                  </a:cubicBezTo>
                  <a:cubicBezTo>
                    <a:pt x="13668" y="14220"/>
                    <a:pt x="15620" y="14940"/>
                    <a:pt x="17268" y="16290"/>
                  </a:cubicBezTo>
                  <a:cubicBezTo>
                    <a:pt x="18915" y="17640"/>
                    <a:pt x="20258" y="1962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5" name="直线"/>
            <p:cNvSpPr/>
            <p:nvPr/>
          </p:nvSpPr>
          <p:spPr>
            <a:xfrm>
              <a:off x="18402072" y="1921869"/>
              <a:ext cx="30517" cy="20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6" name="直线"/>
            <p:cNvSpPr/>
            <p:nvPr/>
          </p:nvSpPr>
          <p:spPr>
            <a:xfrm>
              <a:off x="18434770" y="2077837"/>
              <a:ext cx="35115" cy="271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2" h="21600" extrusionOk="0">
                  <a:moveTo>
                    <a:pt x="722" y="0"/>
                  </a:moveTo>
                  <a:cubicBezTo>
                    <a:pt x="47" y="5400"/>
                    <a:pt x="-628" y="10800"/>
                    <a:pt x="1060" y="13950"/>
                  </a:cubicBezTo>
                  <a:cubicBezTo>
                    <a:pt x="2747" y="17100"/>
                    <a:pt x="6797" y="18000"/>
                    <a:pt x="10509" y="18900"/>
                  </a:cubicBezTo>
                  <a:cubicBezTo>
                    <a:pt x="14222" y="19800"/>
                    <a:pt x="17597" y="20700"/>
                    <a:pt x="20972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7" name="直线"/>
            <p:cNvSpPr/>
            <p:nvPr/>
          </p:nvSpPr>
          <p:spPr>
            <a:xfrm>
              <a:off x="15062292" y="3091841"/>
              <a:ext cx="365715" cy="456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8" h="21600" extrusionOk="0">
                  <a:moveTo>
                    <a:pt x="20154" y="0"/>
                  </a:moveTo>
                  <a:cubicBezTo>
                    <a:pt x="20580" y="0"/>
                    <a:pt x="21005" y="0"/>
                    <a:pt x="21260" y="171"/>
                  </a:cubicBezTo>
                  <a:cubicBezTo>
                    <a:pt x="21515" y="343"/>
                    <a:pt x="21600" y="686"/>
                    <a:pt x="21047" y="1474"/>
                  </a:cubicBezTo>
                  <a:cubicBezTo>
                    <a:pt x="20494" y="2263"/>
                    <a:pt x="19304" y="3497"/>
                    <a:pt x="17773" y="5074"/>
                  </a:cubicBezTo>
                  <a:cubicBezTo>
                    <a:pt x="16243" y="6651"/>
                    <a:pt x="14372" y="8571"/>
                    <a:pt x="12246" y="10594"/>
                  </a:cubicBezTo>
                  <a:cubicBezTo>
                    <a:pt x="10120" y="12617"/>
                    <a:pt x="7739" y="14743"/>
                    <a:pt x="5655" y="16594"/>
                  </a:cubicBezTo>
                  <a:cubicBezTo>
                    <a:pt x="3572" y="18446"/>
                    <a:pt x="1786" y="2002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8" name="直线"/>
            <p:cNvSpPr/>
            <p:nvPr/>
          </p:nvSpPr>
          <p:spPr>
            <a:xfrm>
              <a:off x="15266646" y="3317935"/>
              <a:ext cx="65221" cy="856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9200" y="1462"/>
                    <a:pt x="16800" y="2924"/>
                    <a:pt x="14400" y="4422"/>
                  </a:cubicBezTo>
                  <a:cubicBezTo>
                    <a:pt x="12000" y="5921"/>
                    <a:pt x="9600" y="7456"/>
                    <a:pt x="7920" y="9009"/>
                  </a:cubicBezTo>
                  <a:cubicBezTo>
                    <a:pt x="6240" y="10562"/>
                    <a:pt x="5280" y="12134"/>
                    <a:pt x="4800" y="13614"/>
                  </a:cubicBezTo>
                  <a:cubicBezTo>
                    <a:pt x="4320" y="15094"/>
                    <a:pt x="4320" y="16483"/>
                    <a:pt x="3600" y="17799"/>
                  </a:cubicBezTo>
                  <a:cubicBezTo>
                    <a:pt x="2880" y="19115"/>
                    <a:pt x="1440" y="2035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39" name="直线"/>
            <p:cNvSpPr/>
            <p:nvPr/>
          </p:nvSpPr>
          <p:spPr>
            <a:xfrm>
              <a:off x="15578031" y="2983823"/>
              <a:ext cx="269214" cy="221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2" h="21394" extrusionOk="0">
                  <a:moveTo>
                    <a:pt x="9438" y="355"/>
                  </a:moveTo>
                  <a:cubicBezTo>
                    <a:pt x="10013" y="75"/>
                    <a:pt x="10587" y="-206"/>
                    <a:pt x="10932" y="215"/>
                  </a:cubicBezTo>
                  <a:cubicBezTo>
                    <a:pt x="11276" y="636"/>
                    <a:pt x="11391" y="1758"/>
                    <a:pt x="10357" y="4212"/>
                  </a:cubicBezTo>
                  <a:cubicBezTo>
                    <a:pt x="9323" y="6667"/>
                    <a:pt x="7140" y="10454"/>
                    <a:pt x="5359" y="13119"/>
                  </a:cubicBezTo>
                  <a:cubicBezTo>
                    <a:pt x="3579" y="15784"/>
                    <a:pt x="2200" y="17326"/>
                    <a:pt x="1281" y="18378"/>
                  </a:cubicBezTo>
                  <a:cubicBezTo>
                    <a:pt x="362" y="19430"/>
                    <a:pt x="-98" y="19991"/>
                    <a:pt x="17" y="20272"/>
                  </a:cubicBezTo>
                  <a:cubicBezTo>
                    <a:pt x="132" y="20552"/>
                    <a:pt x="821" y="20552"/>
                    <a:pt x="3349" y="19711"/>
                  </a:cubicBezTo>
                  <a:cubicBezTo>
                    <a:pt x="5876" y="18869"/>
                    <a:pt x="10242" y="17186"/>
                    <a:pt x="13230" y="16064"/>
                  </a:cubicBezTo>
                  <a:cubicBezTo>
                    <a:pt x="16217" y="14942"/>
                    <a:pt x="17825" y="14381"/>
                    <a:pt x="19032" y="14100"/>
                  </a:cubicBezTo>
                  <a:cubicBezTo>
                    <a:pt x="20238" y="13820"/>
                    <a:pt x="21042" y="13820"/>
                    <a:pt x="21272" y="14241"/>
                  </a:cubicBezTo>
                  <a:cubicBezTo>
                    <a:pt x="21502" y="14662"/>
                    <a:pt x="21157" y="15503"/>
                    <a:pt x="20238" y="16765"/>
                  </a:cubicBezTo>
                  <a:cubicBezTo>
                    <a:pt x="19319" y="18028"/>
                    <a:pt x="17825" y="19711"/>
                    <a:pt x="16332" y="2139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40" name="直线"/>
            <p:cNvSpPr/>
            <p:nvPr/>
          </p:nvSpPr>
          <p:spPr>
            <a:xfrm>
              <a:off x="15623179" y="3370111"/>
              <a:ext cx="21740" cy="2000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760" y="5322"/>
                    <a:pt x="11520" y="10643"/>
                    <a:pt x="15120" y="14243"/>
                  </a:cubicBezTo>
                  <a:cubicBezTo>
                    <a:pt x="18720" y="17843"/>
                    <a:pt x="20160" y="19722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41" name="直线"/>
            <p:cNvSpPr/>
            <p:nvPr/>
          </p:nvSpPr>
          <p:spPr>
            <a:xfrm>
              <a:off x="15725859" y="3258151"/>
              <a:ext cx="220284" cy="2547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8" h="21454" extrusionOk="0">
                  <a:moveTo>
                    <a:pt x="1003" y="7962"/>
                  </a:moveTo>
                  <a:cubicBezTo>
                    <a:pt x="3949" y="6010"/>
                    <a:pt x="6894" y="4057"/>
                    <a:pt x="9980" y="2715"/>
                  </a:cubicBezTo>
                  <a:cubicBezTo>
                    <a:pt x="13065" y="1372"/>
                    <a:pt x="16291" y="640"/>
                    <a:pt x="18255" y="274"/>
                  </a:cubicBezTo>
                  <a:cubicBezTo>
                    <a:pt x="20219" y="-92"/>
                    <a:pt x="20920" y="-92"/>
                    <a:pt x="21200" y="274"/>
                  </a:cubicBezTo>
                  <a:cubicBezTo>
                    <a:pt x="21481" y="640"/>
                    <a:pt x="21341" y="1372"/>
                    <a:pt x="19868" y="3203"/>
                  </a:cubicBezTo>
                  <a:cubicBezTo>
                    <a:pt x="18395" y="5033"/>
                    <a:pt x="15590" y="7962"/>
                    <a:pt x="12785" y="10525"/>
                  </a:cubicBezTo>
                  <a:cubicBezTo>
                    <a:pt x="9980" y="13088"/>
                    <a:pt x="7174" y="15284"/>
                    <a:pt x="5211" y="16871"/>
                  </a:cubicBezTo>
                  <a:cubicBezTo>
                    <a:pt x="3247" y="18457"/>
                    <a:pt x="2125" y="19433"/>
                    <a:pt x="1284" y="20166"/>
                  </a:cubicBezTo>
                  <a:cubicBezTo>
                    <a:pt x="442" y="20898"/>
                    <a:pt x="-119" y="21386"/>
                    <a:pt x="21" y="21447"/>
                  </a:cubicBezTo>
                  <a:cubicBezTo>
                    <a:pt x="162" y="21508"/>
                    <a:pt x="1003" y="21142"/>
                    <a:pt x="3528" y="19800"/>
                  </a:cubicBezTo>
                  <a:cubicBezTo>
                    <a:pt x="6052" y="18457"/>
                    <a:pt x="10260" y="16139"/>
                    <a:pt x="14468" y="1382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42" name="直线"/>
            <p:cNvSpPr/>
            <p:nvPr/>
          </p:nvSpPr>
          <p:spPr>
            <a:xfrm>
              <a:off x="15605787" y="3370111"/>
              <a:ext cx="230443" cy="3652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242" y="1200"/>
                    <a:pt x="18883" y="2400"/>
                    <a:pt x="17117" y="4543"/>
                  </a:cubicBezTo>
                  <a:cubicBezTo>
                    <a:pt x="15351" y="6686"/>
                    <a:pt x="13177" y="9771"/>
                    <a:pt x="10732" y="12557"/>
                  </a:cubicBezTo>
                  <a:cubicBezTo>
                    <a:pt x="8287" y="15343"/>
                    <a:pt x="5570" y="17829"/>
                    <a:pt x="3736" y="19286"/>
                  </a:cubicBezTo>
                  <a:cubicBezTo>
                    <a:pt x="1902" y="20743"/>
                    <a:pt x="951" y="2117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43" name="直线"/>
            <p:cNvSpPr/>
            <p:nvPr/>
          </p:nvSpPr>
          <p:spPr>
            <a:xfrm>
              <a:off x="15788401" y="3528568"/>
              <a:ext cx="124775" cy="4620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4" h="21321" extrusionOk="0">
                  <a:moveTo>
                    <a:pt x="0" y="111"/>
                  </a:moveTo>
                  <a:cubicBezTo>
                    <a:pt x="4966" y="-22"/>
                    <a:pt x="9931" y="-156"/>
                    <a:pt x="13531" y="479"/>
                  </a:cubicBezTo>
                  <a:cubicBezTo>
                    <a:pt x="17131" y="1115"/>
                    <a:pt x="19366" y="2519"/>
                    <a:pt x="20483" y="4425"/>
                  </a:cubicBezTo>
                  <a:cubicBezTo>
                    <a:pt x="21600" y="6331"/>
                    <a:pt x="21600" y="8738"/>
                    <a:pt x="20855" y="10878"/>
                  </a:cubicBezTo>
                  <a:cubicBezTo>
                    <a:pt x="20110" y="13018"/>
                    <a:pt x="18621" y="14890"/>
                    <a:pt x="17131" y="16328"/>
                  </a:cubicBezTo>
                  <a:cubicBezTo>
                    <a:pt x="15641" y="17766"/>
                    <a:pt x="14152" y="18769"/>
                    <a:pt x="12662" y="19605"/>
                  </a:cubicBezTo>
                  <a:cubicBezTo>
                    <a:pt x="11172" y="20441"/>
                    <a:pt x="9683" y="21110"/>
                    <a:pt x="8690" y="21277"/>
                  </a:cubicBezTo>
                  <a:cubicBezTo>
                    <a:pt x="7697" y="21444"/>
                    <a:pt x="7200" y="21110"/>
                    <a:pt x="6828" y="20775"/>
                  </a:cubicBezTo>
                  <a:cubicBezTo>
                    <a:pt x="6455" y="20441"/>
                    <a:pt x="6207" y="20107"/>
                    <a:pt x="5959" y="1977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44" name="直线"/>
            <p:cNvSpPr/>
            <p:nvPr/>
          </p:nvSpPr>
          <p:spPr>
            <a:xfrm>
              <a:off x="15679317" y="3669941"/>
              <a:ext cx="159596" cy="312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7" h="21468" extrusionOk="0">
                  <a:moveTo>
                    <a:pt x="18565" y="1506"/>
                  </a:moveTo>
                  <a:cubicBezTo>
                    <a:pt x="18565" y="809"/>
                    <a:pt x="18565" y="112"/>
                    <a:pt x="18276" y="13"/>
                  </a:cubicBezTo>
                  <a:cubicBezTo>
                    <a:pt x="17987" y="-87"/>
                    <a:pt x="17408" y="411"/>
                    <a:pt x="15962" y="1804"/>
                  </a:cubicBezTo>
                  <a:cubicBezTo>
                    <a:pt x="14515" y="3198"/>
                    <a:pt x="12201" y="5487"/>
                    <a:pt x="10754" y="6980"/>
                  </a:cubicBezTo>
                  <a:cubicBezTo>
                    <a:pt x="9308" y="8473"/>
                    <a:pt x="8729" y="9170"/>
                    <a:pt x="9019" y="9519"/>
                  </a:cubicBezTo>
                  <a:cubicBezTo>
                    <a:pt x="9308" y="9867"/>
                    <a:pt x="10465" y="9867"/>
                    <a:pt x="12201" y="9668"/>
                  </a:cubicBezTo>
                  <a:cubicBezTo>
                    <a:pt x="13937" y="9469"/>
                    <a:pt x="16251" y="9071"/>
                    <a:pt x="17987" y="8872"/>
                  </a:cubicBezTo>
                  <a:cubicBezTo>
                    <a:pt x="19722" y="8672"/>
                    <a:pt x="20879" y="8672"/>
                    <a:pt x="21169" y="8872"/>
                  </a:cubicBezTo>
                  <a:cubicBezTo>
                    <a:pt x="21458" y="9071"/>
                    <a:pt x="20879" y="9469"/>
                    <a:pt x="18276" y="11012"/>
                  </a:cubicBezTo>
                  <a:cubicBezTo>
                    <a:pt x="15672" y="12554"/>
                    <a:pt x="11044" y="15242"/>
                    <a:pt x="7958" y="17034"/>
                  </a:cubicBezTo>
                  <a:cubicBezTo>
                    <a:pt x="4872" y="18825"/>
                    <a:pt x="3329" y="19721"/>
                    <a:pt x="2172" y="20368"/>
                  </a:cubicBezTo>
                  <a:cubicBezTo>
                    <a:pt x="1015" y="21015"/>
                    <a:pt x="244" y="21413"/>
                    <a:pt x="51" y="21463"/>
                  </a:cubicBezTo>
                  <a:cubicBezTo>
                    <a:pt x="-142" y="21513"/>
                    <a:pt x="244" y="21214"/>
                    <a:pt x="629" y="2091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45" name="直线"/>
            <p:cNvSpPr/>
            <p:nvPr/>
          </p:nvSpPr>
          <p:spPr>
            <a:xfrm>
              <a:off x="15934623" y="3552725"/>
              <a:ext cx="236400" cy="2000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3" h="21600" extrusionOk="0">
                  <a:moveTo>
                    <a:pt x="16346" y="0"/>
                  </a:moveTo>
                  <a:cubicBezTo>
                    <a:pt x="12527" y="2974"/>
                    <a:pt x="8707" y="5948"/>
                    <a:pt x="6007" y="8452"/>
                  </a:cubicBezTo>
                  <a:cubicBezTo>
                    <a:pt x="3307" y="10957"/>
                    <a:pt x="1727" y="12991"/>
                    <a:pt x="871" y="14478"/>
                  </a:cubicBezTo>
                  <a:cubicBezTo>
                    <a:pt x="15" y="15965"/>
                    <a:pt x="-117" y="16904"/>
                    <a:pt x="81" y="17609"/>
                  </a:cubicBezTo>
                  <a:cubicBezTo>
                    <a:pt x="278" y="18313"/>
                    <a:pt x="805" y="18783"/>
                    <a:pt x="3176" y="19409"/>
                  </a:cubicBezTo>
                  <a:cubicBezTo>
                    <a:pt x="5546" y="20035"/>
                    <a:pt x="9761" y="20817"/>
                    <a:pt x="13120" y="21209"/>
                  </a:cubicBezTo>
                  <a:cubicBezTo>
                    <a:pt x="16478" y="21600"/>
                    <a:pt x="18981" y="21600"/>
                    <a:pt x="21483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46" name="直线"/>
            <p:cNvSpPr/>
            <p:nvPr/>
          </p:nvSpPr>
          <p:spPr>
            <a:xfrm>
              <a:off x="16418856" y="3035318"/>
              <a:ext cx="108700" cy="308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144" y="3346"/>
                    <a:pt x="14688" y="6693"/>
                    <a:pt x="11088" y="10293"/>
                  </a:cubicBezTo>
                  <a:cubicBezTo>
                    <a:pt x="7488" y="13893"/>
                    <a:pt x="3744" y="17746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47" name="直线"/>
            <p:cNvSpPr/>
            <p:nvPr/>
          </p:nvSpPr>
          <p:spPr>
            <a:xfrm>
              <a:off x="16549295" y="3135321"/>
              <a:ext cx="221747" cy="86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247" y="18720"/>
                    <a:pt x="6494" y="15840"/>
                    <a:pt x="10094" y="12240"/>
                  </a:cubicBezTo>
                  <a:cubicBezTo>
                    <a:pt x="13694" y="8640"/>
                    <a:pt x="17647" y="432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48" name="直线"/>
            <p:cNvSpPr/>
            <p:nvPr/>
          </p:nvSpPr>
          <p:spPr>
            <a:xfrm>
              <a:off x="16534177" y="3344023"/>
              <a:ext cx="149905" cy="506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7" h="20982" extrusionOk="0">
                  <a:moveTo>
                    <a:pt x="911" y="10800"/>
                  </a:moveTo>
                  <a:cubicBezTo>
                    <a:pt x="294" y="14400"/>
                    <a:pt x="-323" y="18000"/>
                    <a:pt x="191" y="19800"/>
                  </a:cubicBezTo>
                  <a:cubicBezTo>
                    <a:pt x="706" y="21600"/>
                    <a:pt x="2351" y="21600"/>
                    <a:pt x="6054" y="18000"/>
                  </a:cubicBezTo>
                  <a:cubicBezTo>
                    <a:pt x="9757" y="14400"/>
                    <a:pt x="15517" y="7200"/>
                    <a:pt x="21277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49" name="直线"/>
            <p:cNvSpPr/>
            <p:nvPr/>
          </p:nvSpPr>
          <p:spPr>
            <a:xfrm>
              <a:off x="16541731" y="3413590"/>
              <a:ext cx="42348" cy="2087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59" h="21600" extrusionOk="0">
                  <a:moveTo>
                    <a:pt x="20359" y="0"/>
                  </a:moveTo>
                  <a:cubicBezTo>
                    <a:pt x="12694" y="4500"/>
                    <a:pt x="5030" y="9000"/>
                    <a:pt x="1894" y="12600"/>
                  </a:cubicBezTo>
                  <a:cubicBezTo>
                    <a:pt x="-1241" y="16200"/>
                    <a:pt x="153" y="18900"/>
                    <a:pt x="1546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50" name="直线"/>
            <p:cNvSpPr/>
            <p:nvPr/>
          </p:nvSpPr>
          <p:spPr>
            <a:xfrm>
              <a:off x="16384072" y="3535333"/>
              <a:ext cx="513061" cy="1638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7" extrusionOk="0">
                  <a:moveTo>
                    <a:pt x="0" y="20849"/>
                  </a:moveTo>
                  <a:cubicBezTo>
                    <a:pt x="549" y="21224"/>
                    <a:pt x="1098" y="21600"/>
                    <a:pt x="2349" y="20567"/>
                  </a:cubicBezTo>
                  <a:cubicBezTo>
                    <a:pt x="3600" y="19534"/>
                    <a:pt x="5553" y="17092"/>
                    <a:pt x="7597" y="14557"/>
                  </a:cubicBezTo>
                  <a:cubicBezTo>
                    <a:pt x="9641" y="12021"/>
                    <a:pt x="11776" y="9391"/>
                    <a:pt x="14125" y="6950"/>
                  </a:cubicBezTo>
                  <a:cubicBezTo>
                    <a:pt x="16475" y="4508"/>
                    <a:pt x="19037" y="2254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51" name="直线"/>
            <p:cNvSpPr/>
            <p:nvPr/>
          </p:nvSpPr>
          <p:spPr>
            <a:xfrm>
              <a:off x="16688430" y="3309239"/>
              <a:ext cx="26089" cy="5434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200" y="1382"/>
                    <a:pt x="2400" y="2765"/>
                    <a:pt x="5400" y="4694"/>
                  </a:cubicBezTo>
                  <a:cubicBezTo>
                    <a:pt x="8400" y="6624"/>
                    <a:pt x="13200" y="9101"/>
                    <a:pt x="15000" y="11376"/>
                  </a:cubicBezTo>
                  <a:cubicBezTo>
                    <a:pt x="16800" y="13651"/>
                    <a:pt x="15600" y="15725"/>
                    <a:pt x="16200" y="17395"/>
                  </a:cubicBezTo>
                  <a:cubicBezTo>
                    <a:pt x="16800" y="19066"/>
                    <a:pt x="19200" y="20333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52" name="直线"/>
            <p:cNvSpPr/>
            <p:nvPr/>
          </p:nvSpPr>
          <p:spPr>
            <a:xfrm>
              <a:off x="17380921" y="2807206"/>
              <a:ext cx="90143" cy="115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4" h="21171" extrusionOk="0">
                  <a:moveTo>
                    <a:pt x="1781" y="2771"/>
                  </a:moveTo>
                  <a:cubicBezTo>
                    <a:pt x="753" y="1171"/>
                    <a:pt x="-276" y="-429"/>
                    <a:pt x="67" y="104"/>
                  </a:cubicBezTo>
                  <a:cubicBezTo>
                    <a:pt x="410" y="638"/>
                    <a:pt x="2124" y="3304"/>
                    <a:pt x="5038" y="6638"/>
                  </a:cubicBezTo>
                  <a:cubicBezTo>
                    <a:pt x="7953" y="9971"/>
                    <a:pt x="12067" y="13971"/>
                    <a:pt x="14810" y="16504"/>
                  </a:cubicBezTo>
                  <a:cubicBezTo>
                    <a:pt x="17553" y="19038"/>
                    <a:pt x="18924" y="20104"/>
                    <a:pt x="19781" y="20638"/>
                  </a:cubicBezTo>
                  <a:cubicBezTo>
                    <a:pt x="20638" y="21171"/>
                    <a:pt x="20981" y="21171"/>
                    <a:pt x="21324" y="2117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53" name="直线"/>
            <p:cNvSpPr/>
            <p:nvPr/>
          </p:nvSpPr>
          <p:spPr>
            <a:xfrm>
              <a:off x="17178978" y="2909227"/>
              <a:ext cx="431220" cy="130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4" h="21367" extrusionOk="0">
                  <a:moveTo>
                    <a:pt x="472" y="18514"/>
                  </a:moveTo>
                  <a:cubicBezTo>
                    <a:pt x="183" y="19226"/>
                    <a:pt x="-106" y="19938"/>
                    <a:pt x="38" y="20532"/>
                  </a:cubicBezTo>
                  <a:cubicBezTo>
                    <a:pt x="183" y="21125"/>
                    <a:pt x="761" y="21600"/>
                    <a:pt x="2133" y="21244"/>
                  </a:cubicBezTo>
                  <a:cubicBezTo>
                    <a:pt x="3506" y="20888"/>
                    <a:pt x="5673" y="19701"/>
                    <a:pt x="8418" y="16734"/>
                  </a:cubicBezTo>
                  <a:cubicBezTo>
                    <a:pt x="11164" y="13767"/>
                    <a:pt x="14487" y="9020"/>
                    <a:pt x="16762" y="5934"/>
                  </a:cubicBezTo>
                  <a:cubicBezTo>
                    <a:pt x="19038" y="2848"/>
                    <a:pt x="20266" y="1424"/>
                    <a:pt x="21494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54" name="直线"/>
            <p:cNvSpPr/>
            <p:nvPr/>
          </p:nvSpPr>
          <p:spPr>
            <a:xfrm>
              <a:off x="17175747" y="3074449"/>
              <a:ext cx="86614" cy="752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4" h="21600" extrusionOk="0">
                  <a:moveTo>
                    <a:pt x="21514" y="0"/>
                  </a:moveTo>
                  <a:cubicBezTo>
                    <a:pt x="19714" y="832"/>
                    <a:pt x="17914" y="1665"/>
                    <a:pt x="16294" y="2768"/>
                  </a:cubicBezTo>
                  <a:cubicBezTo>
                    <a:pt x="14674" y="3871"/>
                    <a:pt x="13234" y="5244"/>
                    <a:pt x="11434" y="6721"/>
                  </a:cubicBezTo>
                  <a:cubicBezTo>
                    <a:pt x="9634" y="8199"/>
                    <a:pt x="7474" y="9780"/>
                    <a:pt x="5494" y="11424"/>
                  </a:cubicBezTo>
                  <a:cubicBezTo>
                    <a:pt x="3514" y="13068"/>
                    <a:pt x="1714" y="14775"/>
                    <a:pt x="814" y="16377"/>
                  </a:cubicBezTo>
                  <a:cubicBezTo>
                    <a:pt x="-86" y="17979"/>
                    <a:pt x="-86" y="19477"/>
                    <a:pt x="94" y="20331"/>
                  </a:cubicBezTo>
                  <a:cubicBezTo>
                    <a:pt x="274" y="21184"/>
                    <a:pt x="634" y="21392"/>
                    <a:pt x="994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55" name="直线"/>
            <p:cNvSpPr/>
            <p:nvPr/>
          </p:nvSpPr>
          <p:spPr>
            <a:xfrm>
              <a:off x="17297144" y="3144017"/>
              <a:ext cx="391318" cy="143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120" y="19418"/>
                    <a:pt x="6240" y="17236"/>
                    <a:pt x="9120" y="14291"/>
                  </a:cubicBezTo>
                  <a:cubicBezTo>
                    <a:pt x="12000" y="11345"/>
                    <a:pt x="14640" y="7636"/>
                    <a:pt x="16680" y="5127"/>
                  </a:cubicBezTo>
                  <a:cubicBezTo>
                    <a:pt x="18720" y="2618"/>
                    <a:pt x="20160" y="130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56" name="直线"/>
            <p:cNvSpPr/>
            <p:nvPr/>
          </p:nvSpPr>
          <p:spPr>
            <a:xfrm>
              <a:off x="17464665" y="3174452"/>
              <a:ext cx="10747" cy="213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8" h="21600" extrusionOk="0">
                  <a:moveTo>
                    <a:pt x="3818" y="0"/>
                  </a:moveTo>
                  <a:cubicBezTo>
                    <a:pt x="1118" y="4702"/>
                    <a:pt x="-1582" y="9404"/>
                    <a:pt x="1118" y="13004"/>
                  </a:cubicBezTo>
                  <a:cubicBezTo>
                    <a:pt x="3818" y="16604"/>
                    <a:pt x="11918" y="19102"/>
                    <a:pt x="20018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57" name="直线"/>
            <p:cNvSpPr/>
            <p:nvPr/>
          </p:nvSpPr>
          <p:spPr>
            <a:xfrm>
              <a:off x="17505846" y="3065753"/>
              <a:ext cx="65221" cy="3000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160" y="2817"/>
                    <a:pt x="18720" y="5635"/>
                    <a:pt x="15120" y="9235"/>
                  </a:cubicBezTo>
                  <a:cubicBezTo>
                    <a:pt x="11520" y="12835"/>
                    <a:pt x="5760" y="1721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58" name="直线"/>
            <p:cNvSpPr/>
            <p:nvPr/>
          </p:nvSpPr>
          <p:spPr>
            <a:xfrm>
              <a:off x="17462367" y="3365763"/>
              <a:ext cx="73916" cy="565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59" name="直线"/>
            <p:cNvSpPr/>
            <p:nvPr/>
          </p:nvSpPr>
          <p:spPr>
            <a:xfrm>
              <a:off x="17414539" y="3471104"/>
              <a:ext cx="215762" cy="320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7" h="21534" extrusionOk="0">
                  <a:moveTo>
                    <a:pt x="6480" y="4312"/>
                  </a:moveTo>
                  <a:cubicBezTo>
                    <a:pt x="8928" y="3339"/>
                    <a:pt x="11376" y="2366"/>
                    <a:pt x="13536" y="1637"/>
                  </a:cubicBezTo>
                  <a:cubicBezTo>
                    <a:pt x="15696" y="907"/>
                    <a:pt x="17568" y="420"/>
                    <a:pt x="18864" y="177"/>
                  </a:cubicBezTo>
                  <a:cubicBezTo>
                    <a:pt x="20160" y="-66"/>
                    <a:pt x="20880" y="-66"/>
                    <a:pt x="21240" y="226"/>
                  </a:cubicBezTo>
                  <a:cubicBezTo>
                    <a:pt x="21600" y="518"/>
                    <a:pt x="21600" y="1102"/>
                    <a:pt x="20088" y="2804"/>
                  </a:cubicBezTo>
                  <a:cubicBezTo>
                    <a:pt x="18576" y="4507"/>
                    <a:pt x="15552" y="7329"/>
                    <a:pt x="12960" y="10004"/>
                  </a:cubicBezTo>
                  <a:cubicBezTo>
                    <a:pt x="10368" y="12680"/>
                    <a:pt x="8208" y="15210"/>
                    <a:pt x="6120" y="17107"/>
                  </a:cubicBezTo>
                  <a:cubicBezTo>
                    <a:pt x="4032" y="19004"/>
                    <a:pt x="2016" y="20269"/>
                    <a:pt x="0" y="2153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0" name="直线"/>
            <p:cNvSpPr/>
            <p:nvPr/>
          </p:nvSpPr>
          <p:spPr>
            <a:xfrm>
              <a:off x="17418887" y="3604901"/>
              <a:ext cx="352186" cy="139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156" y="3600"/>
                    <a:pt x="2311" y="7200"/>
                    <a:pt x="4533" y="9900"/>
                  </a:cubicBezTo>
                  <a:cubicBezTo>
                    <a:pt x="6756" y="12600"/>
                    <a:pt x="10044" y="14400"/>
                    <a:pt x="12844" y="15525"/>
                  </a:cubicBezTo>
                  <a:cubicBezTo>
                    <a:pt x="15644" y="16650"/>
                    <a:pt x="17956" y="17100"/>
                    <a:pt x="19333" y="18000"/>
                  </a:cubicBezTo>
                  <a:cubicBezTo>
                    <a:pt x="20711" y="18900"/>
                    <a:pt x="21156" y="2025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1" name="直线"/>
            <p:cNvSpPr/>
            <p:nvPr/>
          </p:nvSpPr>
          <p:spPr>
            <a:xfrm>
              <a:off x="18258044" y="2817919"/>
              <a:ext cx="52177" cy="52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2" name="直线"/>
            <p:cNvSpPr/>
            <p:nvPr/>
          </p:nvSpPr>
          <p:spPr>
            <a:xfrm>
              <a:off x="18092822" y="2970098"/>
              <a:ext cx="295662" cy="565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435" y="21600"/>
                    <a:pt x="4871" y="21600"/>
                    <a:pt x="8153" y="18554"/>
                  </a:cubicBezTo>
                  <a:cubicBezTo>
                    <a:pt x="11435" y="15508"/>
                    <a:pt x="15565" y="9415"/>
                    <a:pt x="17947" y="5815"/>
                  </a:cubicBezTo>
                  <a:cubicBezTo>
                    <a:pt x="20329" y="2215"/>
                    <a:pt x="20965" y="1108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3" name="直线"/>
            <p:cNvSpPr/>
            <p:nvPr/>
          </p:nvSpPr>
          <p:spPr>
            <a:xfrm>
              <a:off x="18208767" y="3096189"/>
              <a:ext cx="23190" cy="1913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0800" y="3109"/>
                    <a:pt x="0" y="6218"/>
                    <a:pt x="0" y="9818"/>
                  </a:cubicBezTo>
                  <a:cubicBezTo>
                    <a:pt x="0" y="13418"/>
                    <a:pt x="10800" y="17509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4" name="直线"/>
            <p:cNvSpPr/>
            <p:nvPr/>
          </p:nvSpPr>
          <p:spPr>
            <a:xfrm>
              <a:off x="18240652" y="3104885"/>
              <a:ext cx="113048" cy="1478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000" y="3812"/>
                    <a:pt x="14400" y="7624"/>
                    <a:pt x="10800" y="11224"/>
                  </a:cubicBezTo>
                  <a:cubicBezTo>
                    <a:pt x="7200" y="14824"/>
                    <a:pt x="3600" y="1821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5" name="直线"/>
            <p:cNvSpPr/>
            <p:nvPr/>
          </p:nvSpPr>
          <p:spPr>
            <a:xfrm>
              <a:off x="17944990" y="3257064"/>
              <a:ext cx="513061" cy="139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075" y="19800"/>
                    <a:pt x="4149" y="18000"/>
                    <a:pt x="6193" y="15862"/>
                  </a:cubicBezTo>
                  <a:cubicBezTo>
                    <a:pt x="8237" y="13725"/>
                    <a:pt x="10251" y="11250"/>
                    <a:pt x="12631" y="8550"/>
                  </a:cubicBezTo>
                  <a:cubicBezTo>
                    <a:pt x="15010" y="5850"/>
                    <a:pt x="17756" y="2925"/>
                    <a:pt x="19312" y="1463"/>
                  </a:cubicBezTo>
                  <a:cubicBezTo>
                    <a:pt x="20868" y="0"/>
                    <a:pt x="21234" y="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6" name="直线"/>
            <p:cNvSpPr/>
            <p:nvPr/>
          </p:nvSpPr>
          <p:spPr>
            <a:xfrm>
              <a:off x="18168186" y="3439678"/>
              <a:ext cx="24639" cy="2746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7" extrusionOk="0">
                  <a:moveTo>
                    <a:pt x="21600" y="0"/>
                  </a:moveTo>
                  <a:cubicBezTo>
                    <a:pt x="16518" y="455"/>
                    <a:pt x="11435" y="909"/>
                    <a:pt x="8259" y="2615"/>
                  </a:cubicBezTo>
                  <a:cubicBezTo>
                    <a:pt x="5083" y="4320"/>
                    <a:pt x="3812" y="7276"/>
                    <a:pt x="2541" y="10402"/>
                  </a:cubicBezTo>
                  <a:cubicBezTo>
                    <a:pt x="1271" y="13528"/>
                    <a:pt x="0" y="16825"/>
                    <a:pt x="0" y="18815"/>
                  </a:cubicBezTo>
                  <a:cubicBezTo>
                    <a:pt x="0" y="20804"/>
                    <a:pt x="1271" y="21486"/>
                    <a:pt x="2541" y="21543"/>
                  </a:cubicBezTo>
                  <a:cubicBezTo>
                    <a:pt x="3812" y="21600"/>
                    <a:pt x="5083" y="21032"/>
                    <a:pt x="6353" y="2046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7" name="直线"/>
            <p:cNvSpPr/>
            <p:nvPr/>
          </p:nvSpPr>
          <p:spPr>
            <a:xfrm>
              <a:off x="18205868" y="3429182"/>
              <a:ext cx="166058" cy="2974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0" h="21521" extrusionOk="0">
                  <a:moveTo>
                    <a:pt x="0" y="2647"/>
                  </a:moveTo>
                  <a:cubicBezTo>
                    <a:pt x="2066" y="2018"/>
                    <a:pt x="4132" y="1389"/>
                    <a:pt x="7043" y="970"/>
                  </a:cubicBezTo>
                  <a:cubicBezTo>
                    <a:pt x="9955" y="550"/>
                    <a:pt x="13711" y="340"/>
                    <a:pt x="16059" y="183"/>
                  </a:cubicBezTo>
                  <a:cubicBezTo>
                    <a:pt x="18407" y="26"/>
                    <a:pt x="19346" y="-79"/>
                    <a:pt x="20097" y="78"/>
                  </a:cubicBezTo>
                  <a:cubicBezTo>
                    <a:pt x="20849" y="236"/>
                    <a:pt x="21412" y="655"/>
                    <a:pt x="21506" y="2595"/>
                  </a:cubicBezTo>
                  <a:cubicBezTo>
                    <a:pt x="21600" y="4535"/>
                    <a:pt x="21224" y="7995"/>
                    <a:pt x="20473" y="11403"/>
                  </a:cubicBezTo>
                  <a:cubicBezTo>
                    <a:pt x="19722" y="14810"/>
                    <a:pt x="18595" y="18166"/>
                    <a:pt x="17468" y="2152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8" name="直线"/>
            <p:cNvSpPr/>
            <p:nvPr/>
          </p:nvSpPr>
          <p:spPr>
            <a:xfrm>
              <a:off x="18201521" y="3570117"/>
              <a:ext cx="73915" cy="434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847" y="18000"/>
                    <a:pt x="1694" y="14400"/>
                    <a:pt x="5294" y="10800"/>
                  </a:cubicBezTo>
                  <a:cubicBezTo>
                    <a:pt x="8894" y="7200"/>
                    <a:pt x="15247" y="3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69" name="直线"/>
            <p:cNvSpPr/>
            <p:nvPr/>
          </p:nvSpPr>
          <p:spPr>
            <a:xfrm>
              <a:off x="18189773" y="3674468"/>
              <a:ext cx="142188" cy="73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5" h="21165" extrusionOk="0">
                  <a:moveTo>
                    <a:pt x="3732" y="16200"/>
                  </a:moveTo>
                  <a:cubicBezTo>
                    <a:pt x="1987" y="18277"/>
                    <a:pt x="241" y="20354"/>
                    <a:pt x="23" y="20977"/>
                  </a:cubicBezTo>
                  <a:cubicBezTo>
                    <a:pt x="-195" y="21600"/>
                    <a:pt x="1114" y="20769"/>
                    <a:pt x="4932" y="17031"/>
                  </a:cubicBezTo>
                  <a:cubicBezTo>
                    <a:pt x="8750" y="13292"/>
                    <a:pt x="15078" y="6646"/>
                    <a:pt x="21405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0" name="直线"/>
            <p:cNvSpPr/>
            <p:nvPr/>
          </p:nvSpPr>
          <p:spPr>
            <a:xfrm>
              <a:off x="18674288" y="2912412"/>
              <a:ext cx="335954" cy="469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9" h="21455" extrusionOk="0">
                  <a:moveTo>
                    <a:pt x="14536" y="1047"/>
                  </a:moveTo>
                  <a:cubicBezTo>
                    <a:pt x="14907" y="584"/>
                    <a:pt x="15278" y="120"/>
                    <a:pt x="15092" y="20"/>
                  </a:cubicBezTo>
                  <a:cubicBezTo>
                    <a:pt x="14907" y="-79"/>
                    <a:pt x="14165" y="186"/>
                    <a:pt x="12589" y="948"/>
                  </a:cubicBezTo>
                  <a:cubicBezTo>
                    <a:pt x="11013" y="1710"/>
                    <a:pt x="8603" y="2969"/>
                    <a:pt x="6471" y="4161"/>
                  </a:cubicBezTo>
                  <a:cubicBezTo>
                    <a:pt x="4339" y="5354"/>
                    <a:pt x="2485" y="6481"/>
                    <a:pt x="1372" y="7209"/>
                  </a:cubicBezTo>
                  <a:cubicBezTo>
                    <a:pt x="260" y="7938"/>
                    <a:pt x="-111" y="8269"/>
                    <a:pt x="28" y="8435"/>
                  </a:cubicBezTo>
                  <a:cubicBezTo>
                    <a:pt x="167" y="8601"/>
                    <a:pt x="816" y="8601"/>
                    <a:pt x="1882" y="8800"/>
                  </a:cubicBezTo>
                  <a:cubicBezTo>
                    <a:pt x="2948" y="8998"/>
                    <a:pt x="4431" y="9396"/>
                    <a:pt x="5219" y="10489"/>
                  </a:cubicBezTo>
                  <a:cubicBezTo>
                    <a:pt x="6007" y="11582"/>
                    <a:pt x="6100" y="13371"/>
                    <a:pt x="5498" y="15127"/>
                  </a:cubicBezTo>
                  <a:cubicBezTo>
                    <a:pt x="4895" y="16883"/>
                    <a:pt x="3597" y="18606"/>
                    <a:pt x="2856" y="19666"/>
                  </a:cubicBezTo>
                  <a:cubicBezTo>
                    <a:pt x="2114" y="20726"/>
                    <a:pt x="1928" y="21123"/>
                    <a:pt x="2253" y="21322"/>
                  </a:cubicBezTo>
                  <a:cubicBezTo>
                    <a:pt x="2577" y="21521"/>
                    <a:pt x="3412" y="21521"/>
                    <a:pt x="4849" y="21157"/>
                  </a:cubicBezTo>
                  <a:cubicBezTo>
                    <a:pt x="6286" y="20792"/>
                    <a:pt x="8325" y="20063"/>
                    <a:pt x="11199" y="19103"/>
                  </a:cubicBezTo>
                  <a:cubicBezTo>
                    <a:pt x="14073" y="18142"/>
                    <a:pt x="17781" y="16949"/>
                    <a:pt x="21489" y="1575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1" name="直线"/>
            <p:cNvSpPr/>
            <p:nvPr/>
          </p:nvSpPr>
          <p:spPr>
            <a:xfrm>
              <a:off x="18831975" y="3200540"/>
              <a:ext cx="64882" cy="477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1" h="21496" extrusionOk="0">
                  <a:moveTo>
                    <a:pt x="4226" y="0"/>
                  </a:moveTo>
                  <a:cubicBezTo>
                    <a:pt x="5635" y="1762"/>
                    <a:pt x="7044" y="3524"/>
                    <a:pt x="9626" y="5775"/>
                  </a:cubicBezTo>
                  <a:cubicBezTo>
                    <a:pt x="12209" y="8027"/>
                    <a:pt x="15965" y="10767"/>
                    <a:pt x="18313" y="13215"/>
                  </a:cubicBezTo>
                  <a:cubicBezTo>
                    <a:pt x="20661" y="15662"/>
                    <a:pt x="21600" y="17815"/>
                    <a:pt x="20661" y="19185"/>
                  </a:cubicBezTo>
                  <a:cubicBezTo>
                    <a:pt x="19722" y="20556"/>
                    <a:pt x="16904" y="21143"/>
                    <a:pt x="13148" y="21372"/>
                  </a:cubicBezTo>
                  <a:cubicBezTo>
                    <a:pt x="9391" y="21600"/>
                    <a:pt x="4696" y="21469"/>
                    <a:pt x="0" y="2133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2" name="直线"/>
            <p:cNvSpPr/>
            <p:nvPr/>
          </p:nvSpPr>
          <p:spPr>
            <a:xfrm>
              <a:off x="18638831" y="3526637"/>
              <a:ext cx="36618" cy="113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9" h="21600" extrusionOk="0">
                  <a:moveTo>
                    <a:pt x="20989" y="0"/>
                  </a:moveTo>
                  <a:cubicBezTo>
                    <a:pt x="16835" y="0"/>
                    <a:pt x="12681" y="0"/>
                    <a:pt x="8943" y="1800"/>
                  </a:cubicBezTo>
                  <a:cubicBezTo>
                    <a:pt x="5204" y="3600"/>
                    <a:pt x="1881" y="7200"/>
                    <a:pt x="635" y="10800"/>
                  </a:cubicBezTo>
                  <a:cubicBezTo>
                    <a:pt x="-611" y="14400"/>
                    <a:pt x="220" y="18000"/>
                    <a:pt x="1051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3" name="直线"/>
            <p:cNvSpPr/>
            <p:nvPr/>
          </p:nvSpPr>
          <p:spPr>
            <a:xfrm>
              <a:off x="19023285" y="3548377"/>
              <a:ext cx="117396" cy="695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933" y="5850"/>
                    <a:pt x="5867" y="11700"/>
                    <a:pt x="9467" y="15300"/>
                  </a:cubicBezTo>
                  <a:cubicBezTo>
                    <a:pt x="13067" y="18900"/>
                    <a:pt x="17333" y="2025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4" name="直线"/>
            <p:cNvSpPr/>
            <p:nvPr/>
          </p:nvSpPr>
          <p:spPr>
            <a:xfrm>
              <a:off x="19310250" y="2939662"/>
              <a:ext cx="117396" cy="391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5" name="直线"/>
            <p:cNvSpPr/>
            <p:nvPr/>
          </p:nvSpPr>
          <p:spPr>
            <a:xfrm>
              <a:off x="19362426" y="2865747"/>
              <a:ext cx="204356" cy="2347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077" y="3333"/>
                    <a:pt x="14553" y="6667"/>
                    <a:pt x="10953" y="10267"/>
                  </a:cubicBezTo>
                  <a:cubicBezTo>
                    <a:pt x="7353" y="13867"/>
                    <a:pt x="3677" y="1773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6" name="直线"/>
            <p:cNvSpPr/>
            <p:nvPr/>
          </p:nvSpPr>
          <p:spPr>
            <a:xfrm>
              <a:off x="19287062" y="3104885"/>
              <a:ext cx="57974" cy="247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260" y="0"/>
                  </a:moveTo>
                  <a:cubicBezTo>
                    <a:pt x="7560" y="0"/>
                    <a:pt x="4860" y="0"/>
                    <a:pt x="2970" y="442"/>
                  </a:cubicBezTo>
                  <a:cubicBezTo>
                    <a:pt x="1080" y="884"/>
                    <a:pt x="0" y="1768"/>
                    <a:pt x="0" y="4042"/>
                  </a:cubicBezTo>
                  <a:cubicBezTo>
                    <a:pt x="0" y="6316"/>
                    <a:pt x="1080" y="9979"/>
                    <a:pt x="4860" y="13137"/>
                  </a:cubicBezTo>
                  <a:cubicBezTo>
                    <a:pt x="8640" y="16295"/>
                    <a:pt x="15120" y="18947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7" name="直线"/>
            <p:cNvSpPr/>
            <p:nvPr/>
          </p:nvSpPr>
          <p:spPr>
            <a:xfrm>
              <a:off x="19366774" y="3131780"/>
              <a:ext cx="211359" cy="1470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4" h="21482" extrusionOk="0">
                  <a:moveTo>
                    <a:pt x="0" y="13858"/>
                  </a:moveTo>
                  <a:cubicBezTo>
                    <a:pt x="3065" y="10047"/>
                    <a:pt x="6130" y="6235"/>
                    <a:pt x="9122" y="3906"/>
                  </a:cubicBezTo>
                  <a:cubicBezTo>
                    <a:pt x="12114" y="1576"/>
                    <a:pt x="15032" y="729"/>
                    <a:pt x="17003" y="306"/>
                  </a:cubicBezTo>
                  <a:cubicBezTo>
                    <a:pt x="18973" y="-118"/>
                    <a:pt x="19995" y="-118"/>
                    <a:pt x="20651" y="411"/>
                  </a:cubicBezTo>
                  <a:cubicBezTo>
                    <a:pt x="21308" y="941"/>
                    <a:pt x="21600" y="2000"/>
                    <a:pt x="20797" y="3906"/>
                  </a:cubicBezTo>
                  <a:cubicBezTo>
                    <a:pt x="19995" y="5811"/>
                    <a:pt x="18097" y="8564"/>
                    <a:pt x="16054" y="11635"/>
                  </a:cubicBezTo>
                  <a:cubicBezTo>
                    <a:pt x="14011" y="14706"/>
                    <a:pt x="11822" y="18094"/>
                    <a:pt x="9632" y="2148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8" name="直线"/>
            <p:cNvSpPr/>
            <p:nvPr/>
          </p:nvSpPr>
          <p:spPr>
            <a:xfrm>
              <a:off x="19404232" y="3257064"/>
              <a:ext cx="162550" cy="6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9" h="21200" extrusionOk="0">
                  <a:moveTo>
                    <a:pt x="1368" y="16200"/>
                  </a:moveTo>
                  <a:cubicBezTo>
                    <a:pt x="604" y="18000"/>
                    <a:pt x="-161" y="19800"/>
                    <a:pt x="30" y="20700"/>
                  </a:cubicBezTo>
                  <a:cubicBezTo>
                    <a:pt x="221" y="21600"/>
                    <a:pt x="1368" y="21600"/>
                    <a:pt x="5096" y="18000"/>
                  </a:cubicBezTo>
                  <a:cubicBezTo>
                    <a:pt x="8823" y="14400"/>
                    <a:pt x="15131" y="7200"/>
                    <a:pt x="21439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79" name="直线"/>
            <p:cNvSpPr/>
            <p:nvPr/>
          </p:nvSpPr>
          <p:spPr>
            <a:xfrm>
              <a:off x="19223291" y="3552725"/>
              <a:ext cx="13046" cy="86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80" name="直线"/>
            <p:cNvSpPr/>
            <p:nvPr/>
          </p:nvSpPr>
          <p:spPr>
            <a:xfrm>
              <a:off x="19361999" y="3509245"/>
              <a:ext cx="297764" cy="1362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3" h="21600" extrusionOk="0">
                  <a:moveTo>
                    <a:pt x="960" y="0"/>
                  </a:moveTo>
                  <a:cubicBezTo>
                    <a:pt x="340" y="3677"/>
                    <a:pt x="-280" y="7353"/>
                    <a:pt x="133" y="10570"/>
                  </a:cubicBezTo>
                  <a:cubicBezTo>
                    <a:pt x="547" y="13787"/>
                    <a:pt x="1994" y="16545"/>
                    <a:pt x="4319" y="18498"/>
                  </a:cubicBezTo>
                  <a:cubicBezTo>
                    <a:pt x="6644" y="20451"/>
                    <a:pt x="9848" y="21600"/>
                    <a:pt x="12587" y="21600"/>
                  </a:cubicBezTo>
                  <a:cubicBezTo>
                    <a:pt x="15326" y="21600"/>
                    <a:pt x="17599" y="20451"/>
                    <a:pt x="18995" y="19647"/>
                  </a:cubicBezTo>
                  <a:cubicBezTo>
                    <a:pt x="20390" y="18843"/>
                    <a:pt x="20907" y="18383"/>
                    <a:pt x="21113" y="17349"/>
                  </a:cubicBezTo>
                  <a:cubicBezTo>
                    <a:pt x="21320" y="16315"/>
                    <a:pt x="21217" y="14706"/>
                    <a:pt x="21113" y="1309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81" name="直线"/>
            <p:cNvSpPr/>
            <p:nvPr/>
          </p:nvSpPr>
          <p:spPr>
            <a:xfrm>
              <a:off x="19710263" y="3409242"/>
              <a:ext cx="132273" cy="139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7" h="21600" extrusionOk="0">
                  <a:moveTo>
                    <a:pt x="0" y="0"/>
                  </a:moveTo>
                  <a:cubicBezTo>
                    <a:pt x="4461" y="5400"/>
                    <a:pt x="8922" y="10800"/>
                    <a:pt x="12091" y="14063"/>
                  </a:cubicBezTo>
                  <a:cubicBezTo>
                    <a:pt x="15261" y="17325"/>
                    <a:pt x="17139" y="18450"/>
                    <a:pt x="18548" y="19350"/>
                  </a:cubicBezTo>
                  <a:cubicBezTo>
                    <a:pt x="19957" y="20250"/>
                    <a:pt x="20896" y="20925"/>
                    <a:pt x="21248" y="21263"/>
                  </a:cubicBezTo>
                  <a:cubicBezTo>
                    <a:pt x="21600" y="21600"/>
                    <a:pt x="21365" y="21600"/>
                    <a:pt x="21131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82" name="直线"/>
            <p:cNvSpPr/>
            <p:nvPr/>
          </p:nvSpPr>
          <p:spPr>
            <a:xfrm>
              <a:off x="19498049" y="3439678"/>
              <a:ext cx="155692" cy="60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94" h="21600" extrusionOk="0">
                  <a:moveTo>
                    <a:pt x="5778" y="0"/>
                  </a:moveTo>
                  <a:cubicBezTo>
                    <a:pt x="3814" y="1543"/>
                    <a:pt x="1850" y="3086"/>
                    <a:pt x="770" y="5143"/>
                  </a:cubicBezTo>
                  <a:cubicBezTo>
                    <a:pt x="-310" y="7200"/>
                    <a:pt x="-506" y="9771"/>
                    <a:pt x="1850" y="12343"/>
                  </a:cubicBezTo>
                  <a:cubicBezTo>
                    <a:pt x="4207" y="14914"/>
                    <a:pt x="9116" y="17486"/>
                    <a:pt x="12749" y="19029"/>
                  </a:cubicBezTo>
                  <a:cubicBezTo>
                    <a:pt x="16381" y="20571"/>
                    <a:pt x="18738" y="21086"/>
                    <a:pt x="21094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83" name="直线"/>
            <p:cNvSpPr/>
            <p:nvPr/>
          </p:nvSpPr>
          <p:spPr>
            <a:xfrm>
              <a:off x="19942305" y="2898032"/>
              <a:ext cx="233191" cy="440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3" h="21386" extrusionOk="0">
                  <a:moveTo>
                    <a:pt x="17053" y="1388"/>
                  </a:moveTo>
                  <a:cubicBezTo>
                    <a:pt x="17186" y="754"/>
                    <a:pt x="17320" y="121"/>
                    <a:pt x="17520" y="16"/>
                  </a:cubicBezTo>
                  <a:cubicBezTo>
                    <a:pt x="17720" y="-90"/>
                    <a:pt x="17986" y="332"/>
                    <a:pt x="17120" y="1352"/>
                  </a:cubicBezTo>
                  <a:cubicBezTo>
                    <a:pt x="16253" y="2373"/>
                    <a:pt x="14253" y="3991"/>
                    <a:pt x="11586" y="5679"/>
                  </a:cubicBezTo>
                  <a:cubicBezTo>
                    <a:pt x="8920" y="7368"/>
                    <a:pt x="5586" y="9127"/>
                    <a:pt x="3653" y="10112"/>
                  </a:cubicBezTo>
                  <a:cubicBezTo>
                    <a:pt x="1720" y="11097"/>
                    <a:pt x="1186" y="11308"/>
                    <a:pt x="720" y="11554"/>
                  </a:cubicBezTo>
                  <a:cubicBezTo>
                    <a:pt x="253" y="11801"/>
                    <a:pt x="-147" y="12082"/>
                    <a:pt x="53" y="12293"/>
                  </a:cubicBezTo>
                  <a:cubicBezTo>
                    <a:pt x="253" y="12504"/>
                    <a:pt x="1053" y="12645"/>
                    <a:pt x="3120" y="12680"/>
                  </a:cubicBezTo>
                  <a:cubicBezTo>
                    <a:pt x="5186" y="12715"/>
                    <a:pt x="8520" y="12645"/>
                    <a:pt x="10586" y="12574"/>
                  </a:cubicBezTo>
                  <a:cubicBezTo>
                    <a:pt x="12653" y="12504"/>
                    <a:pt x="13453" y="12434"/>
                    <a:pt x="14186" y="12399"/>
                  </a:cubicBezTo>
                  <a:cubicBezTo>
                    <a:pt x="14920" y="12363"/>
                    <a:pt x="15586" y="12363"/>
                    <a:pt x="16053" y="12539"/>
                  </a:cubicBezTo>
                  <a:cubicBezTo>
                    <a:pt x="16520" y="12715"/>
                    <a:pt x="16786" y="13067"/>
                    <a:pt x="16053" y="13946"/>
                  </a:cubicBezTo>
                  <a:cubicBezTo>
                    <a:pt x="15320" y="14826"/>
                    <a:pt x="13586" y="16233"/>
                    <a:pt x="12053" y="17394"/>
                  </a:cubicBezTo>
                  <a:cubicBezTo>
                    <a:pt x="10520" y="18555"/>
                    <a:pt x="9186" y="19470"/>
                    <a:pt x="8253" y="20068"/>
                  </a:cubicBezTo>
                  <a:cubicBezTo>
                    <a:pt x="7320" y="20666"/>
                    <a:pt x="6786" y="20947"/>
                    <a:pt x="6853" y="21158"/>
                  </a:cubicBezTo>
                  <a:cubicBezTo>
                    <a:pt x="6920" y="21369"/>
                    <a:pt x="7586" y="21510"/>
                    <a:pt x="9253" y="21229"/>
                  </a:cubicBezTo>
                  <a:cubicBezTo>
                    <a:pt x="10920" y="20947"/>
                    <a:pt x="13586" y="20244"/>
                    <a:pt x="15520" y="19716"/>
                  </a:cubicBezTo>
                  <a:cubicBezTo>
                    <a:pt x="17453" y="19188"/>
                    <a:pt x="18653" y="18836"/>
                    <a:pt x="19520" y="18731"/>
                  </a:cubicBezTo>
                  <a:cubicBezTo>
                    <a:pt x="20386" y="18625"/>
                    <a:pt x="20920" y="18766"/>
                    <a:pt x="21453" y="1890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84" name="直线"/>
            <p:cNvSpPr/>
            <p:nvPr/>
          </p:nvSpPr>
          <p:spPr>
            <a:xfrm>
              <a:off x="20066761" y="3422286"/>
              <a:ext cx="117431" cy="141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3" h="21147" extrusionOk="0">
                  <a:moveTo>
                    <a:pt x="797" y="15552"/>
                  </a:moveTo>
                  <a:cubicBezTo>
                    <a:pt x="270" y="17712"/>
                    <a:pt x="-257" y="19872"/>
                    <a:pt x="138" y="20736"/>
                  </a:cubicBezTo>
                  <a:cubicBezTo>
                    <a:pt x="533" y="21600"/>
                    <a:pt x="1850" y="21168"/>
                    <a:pt x="4353" y="18792"/>
                  </a:cubicBezTo>
                  <a:cubicBezTo>
                    <a:pt x="6855" y="16416"/>
                    <a:pt x="10543" y="12096"/>
                    <a:pt x="13572" y="8640"/>
                  </a:cubicBezTo>
                  <a:cubicBezTo>
                    <a:pt x="16602" y="5184"/>
                    <a:pt x="18972" y="2592"/>
                    <a:pt x="21343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85" name="直线"/>
            <p:cNvSpPr/>
            <p:nvPr/>
          </p:nvSpPr>
          <p:spPr>
            <a:xfrm>
              <a:off x="20314630" y="2981179"/>
              <a:ext cx="349825" cy="88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5" h="21375" extrusionOk="0">
                  <a:moveTo>
                    <a:pt x="0" y="21375"/>
                  </a:moveTo>
                  <a:cubicBezTo>
                    <a:pt x="1422" y="20330"/>
                    <a:pt x="2844" y="19285"/>
                    <a:pt x="5111" y="17194"/>
                  </a:cubicBezTo>
                  <a:cubicBezTo>
                    <a:pt x="7378" y="15104"/>
                    <a:pt x="10489" y="11969"/>
                    <a:pt x="13200" y="9007"/>
                  </a:cubicBezTo>
                  <a:cubicBezTo>
                    <a:pt x="15911" y="6046"/>
                    <a:pt x="18222" y="3259"/>
                    <a:pt x="19644" y="1691"/>
                  </a:cubicBezTo>
                  <a:cubicBezTo>
                    <a:pt x="21067" y="123"/>
                    <a:pt x="21600" y="-225"/>
                    <a:pt x="21422" y="123"/>
                  </a:cubicBezTo>
                  <a:cubicBezTo>
                    <a:pt x="21244" y="472"/>
                    <a:pt x="20356" y="1517"/>
                    <a:pt x="19467" y="256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86" name="直线"/>
            <p:cNvSpPr/>
            <p:nvPr/>
          </p:nvSpPr>
          <p:spPr>
            <a:xfrm>
              <a:off x="20484200" y="2874443"/>
              <a:ext cx="20145" cy="304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5" h="21600" extrusionOk="0">
                  <a:moveTo>
                    <a:pt x="0" y="0"/>
                  </a:moveTo>
                  <a:cubicBezTo>
                    <a:pt x="8640" y="3806"/>
                    <a:pt x="17280" y="7611"/>
                    <a:pt x="19440" y="11211"/>
                  </a:cubicBezTo>
                  <a:cubicBezTo>
                    <a:pt x="21600" y="14811"/>
                    <a:pt x="17280" y="18206"/>
                    <a:pt x="1296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87" name="直线"/>
            <p:cNvSpPr/>
            <p:nvPr/>
          </p:nvSpPr>
          <p:spPr>
            <a:xfrm>
              <a:off x="20384680" y="3174452"/>
              <a:ext cx="208221" cy="91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1" h="21600" extrusionOk="0">
                  <a:moveTo>
                    <a:pt x="397" y="21600"/>
                  </a:moveTo>
                  <a:cubicBezTo>
                    <a:pt x="99" y="19886"/>
                    <a:pt x="-199" y="18171"/>
                    <a:pt x="173" y="16800"/>
                  </a:cubicBezTo>
                  <a:cubicBezTo>
                    <a:pt x="546" y="15429"/>
                    <a:pt x="1589" y="14400"/>
                    <a:pt x="4866" y="11829"/>
                  </a:cubicBezTo>
                  <a:cubicBezTo>
                    <a:pt x="8143" y="9257"/>
                    <a:pt x="13655" y="5143"/>
                    <a:pt x="16783" y="2914"/>
                  </a:cubicBezTo>
                  <a:cubicBezTo>
                    <a:pt x="19911" y="686"/>
                    <a:pt x="20656" y="343"/>
                    <a:pt x="21401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88" name="直线"/>
            <p:cNvSpPr/>
            <p:nvPr/>
          </p:nvSpPr>
          <p:spPr>
            <a:xfrm>
              <a:off x="20414633" y="3335327"/>
              <a:ext cx="69568" cy="173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0"/>
                  </a:moveTo>
                  <a:cubicBezTo>
                    <a:pt x="2700" y="2700"/>
                    <a:pt x="0" y="5400"/>
                    <a:pt x="0" y="8460"/>
                  </a:cubicBezTo>
                  <a:cubicBezTo>
                    <a:pt x="0" y="11520"/>
                    <a:pt x="2700" y="14940"/>
                    <a:pt x="6750" y="17190"/>
                  </a:cubicBezTo>
                  <a:cubicBezTo>
                    <a:pt x="10800" y="19440"/>
                    <a:pt x="16200" y="2052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89" name="直线"/>
            <p:cNvSpPr/>
            <p:nvPr/>
          </p:nvSpPr>
          <p:spPr>
            <a:xfrm>
              <a:off x="20466808" y="3339651"/>
              <a:ext cx="156760" cy="1174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9" h="21341" extrusionOk="0">
                  <a:moveTo>
                    <a:pt x="0" y="8697"/>
                  </a:moveTo>
                  <a:cubicBezTo>
                    <a:pt x="196" y="7380"/>
                    <a:pt x="393" y="6063"/>
                    <a:pt x="1080" y="5141"/>
                  </a:cubicBezTo>
                  <a:cubicBezTo>
                    <a:pt x="1767" y="4219"/>
                    <a:pt x="2946" y="3692"/>
                    <a:pt x="5793" y="3034"/>
                  </a:cubicBezTo>
                  <a:cubicBezTo>
                    <a:pt x="8640" y="2375"/>
                    <a:pt x="13156" y="1585"/>
                    <a:pt x="16004" y="926"/>
                  </a:cubicBezTo>
                  <a:cubicBezTo>
                    <a:pt x="18851" y="268"/>
                    <a:pt x="20029" y="-259"/>
                    <a:pt x="20716" y="136"/>
                  </a:cubicBezTo>
                  <a:cubicBezTo>
                    <a:pt x="21404" y="531"/>
                    <a:pt x="21600" y="1848"/>
                    <a:pt x="20127" y="5536"/>
                  </a:cubicBezTo>
                  <a:cubicBezTo>
                    <a:pt x="18655" y="9224"/>
                    <a:pt x="15513" y="15282"/>
                    <a:pt x="12371" y="2134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90" name="直线"/>
            <p:cNvSpPr/>
            <p:nvPr/>
          </p:nvSpPr>
          <p:spPr>
            <a:xfrm>
              <a:off x="20482616" y="3444026"/>
              <a:ext cx="127677" cy="711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0" h="21202" extrusionOk="0">
                  <a:moveTo>
                    <a:pt x="4634" y="16848"/>
                  </a:moveTo>
                  <a:cubicBezTo>
                    <a:pt x="2450" y="18576"/>
                    <a:pt x="265" y="20304"/>
                    <a:pt x="23" y="20952"/>
                  </a:cubicBezTo>
                  <a:cubicBezTo>
                    <a:pt x="-220" y="21600"/>
                    <a:pt x="1479" y="21168"/>
                    <a:pt x="5362" y="17496"/>
                  </a:cubicBezTo>
                  <a:cubicBezTo>
                    <a:pt x="9245" y="13824"/>
                    <a:pt x="15313" y="6912"/>
                    <a:pt x="2138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91" name="直线"/>
            <p:cNvSpPr/>
            <p:nvPr/>
          </p:nvSpPr>
          <p:spPr>
            <a:xfrm>
              <a:off x="14824952" y="5213647"/>
              <a:ext cx="176470" cy="594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2" h="21096" extrusionOk="0">
                  <a:moveTo>
                    <a:pt x="5577" y="1543"/>
                  </a:moveTo>
                  <a:cubicBezTo>
                    <a:pt x="3645" y="5657"/>
                    <a:pt x="1714" y="9771"/>
                    <a:pt x="748" y="13114"/>
                  </a:cubicBezTo>
                  <a:cubicBezTo>
                    <a:pt x="-218" y="16457"/>
                    <a:pt x="-218" y="19029"/>
                    <a:pt x="572" y="20314"/>
                  </a:cubicBezTo>
                  <a:cubicBezTo>
                    <a:pt x="1362" y="21600"/>
                    <a:pt x="2943" y="21600"/>
                    <a:pt x="6543" y="18000"/>
                  </a:cubicBezTo>
                  <a:cubicBezTo>
                    <a:pt x="10143" y="14400"/>
                    <a:pt x="15762" y="7200"/>
                    <a:pt x="21382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92" name="直线"/>
            <p:cNvSpPr/>
            <p:nvPr/>
          </p:nvSpPr>
          <p:spPr>
            <a:xfrm>
              <a:off x="15422986" y="5013640"/>
              <a:ext cx="226282" cy="134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0" h="21522" extrusionOk="0">
                  <a:moveTo>
                    <a:pt x="1256" y="20903"/>
                  </a:moveTo>
                  <a:cubicBezTo>
                    <a:pt x="568" y="21135"/>
                    <a:pt x="-120" y="21368"/>
                    <a:pt x="18" y="21484"/>
                  </a:cubicBezTo>
                  <a:cubicBezTo>
                    <a:pt x="155" y="21600"/>
                    <a:pt x="1118" y="21600"/>
                    <a:pt x="3595" y="19277"/>
                  </a:cubicBezTo>
                  <a:cubicBezTo>
                    <a:pt x="6071" y="16955"/>
                    <a:pt x="10061" y="12310"/>
                    <a:pt x="13294" y="8710"/>
                  </a:cubicBezTo>
                  <a:cubicBezTo>
                    <a:pt x="16527" y="5110"/>
                    <a:pt x="19004" y="2555"/>
                    <a:pt x="2148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93" name="直线"/>
            <p:cNvSpPr/>
            <p:nvPr/>
          </p:nvSpPr>
          <p:spPr>
            <a:xfrm>
              <a:off x="15514480" y="4913637"/>
              <a:ext cx="28451" cy="630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0" h="21600" extrusionOk="0">
                  <a:moveTo>
                    <a:pt x="12960" y="0"/>
                  </a:moveTo>
                  <a:cubicBezTo>
                    <a:pt x="15120" y="2036"/>
                    <a:pt x="17280" y="4072"/>
                    <a:pt x="18900" y="5983"/>
                  </a:cubicBezTo>
                  <a:cubicBezTo>
                    <a:pt x="20520" y="7895"/>
                    <a:pt x="21600" y="9683"/>
                    <a:pt x="21060" y="11545"/>
                  </a:cubicBezTo>
                  <a:cubicBezTo>
                    <a:pt x="20520" y="13407"/>
                    <a:pt x="18360" y="15343"/>
                    <a:pt x="14580" y="17032"/>
                  </a:cubicBezTo>
                  <a:cubicBezTo>
                    <a:pt x="10800" y="18720"/>
                    <a:pt x="54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94" name="直线"/>
            <p:cNvSpPr/>
            <p:nvPr/>
          </p:nvSpPr>
          <p:spPr>
            <a:xfrm>
              <a:off x="15466652" y="5235387"/>
              <a:ext cx="108700" cy="139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568" y="3375"/>
                    <a:pt x="13536" y="6750"/>
                    <a:pt x="9936" y="10350"/>
                  </a:cubicBezTo>
                  <a:cubicBezTo>
                    <a:pt x="6336" y="13950"/>
                    <a:pt x="3168" y="1777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95" name="直线"/>
            <p:cNvSpPr/>
            <p:nvPr/>
          </p:nvSpPr>
          <p:spPr>
            <a:xfrm>
              <a:off x="15553612" y="5338178"/>
              <a:ext cx="195659" cy="36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061" extrusionOk="0">
                  <a:moveTo>
                    <a:pt x="0" y="3261"/>
                  </a:moveTo>
                  <a:cubicBezTo>
                    <a:pt x="5760" y="861"/>
                    <a:pt x="11520" y="-1539"/>
                    <a:pt x="15120" y="1261"/>
                  </a:cubicBezTo>
                  <a:cubicBezTo>
                    <a:pt x="18720" y="4061"/>
                    <a:pt x="20160" y="12061"/>
                    <a:pt x="21600" y="2006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96" name="直线"/>
            <p:cNvSpPr/>
            <p:nvPr/>
          </p:nvSpPr>
          <p:spPr>
            <a:xfrm>
              <a:off x="15840577" y="4744067"/>
              <a:ext cx="113048" cy="86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6369" y="5760"/>
                    <a:pt x="12739" y="11520"/>
                    <a:pt x="16339" y="15120"/>
                  </a:cubicBezTo>
                  <a:cubicBezTo>
                    <a:pt x="19939" y="18720"/>
                    <a:pt x="20769" y="2016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97" name="直线"/>
            <p:cNvSpPr/>
            <p:nvPr/>
          </p:nvSpPr>
          <p:spPr>
            <a:xfrm>
              <a:off x="15923188" y="4709283"/>
              <a:ext cx="169572" cy="213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169" y="3086"/>
                    <a:pt x="12738" y="6171"/>
                    <a:pt x="9138" y="9184"/>
                  </a:cubicBezTo>
                  <a:cubicBezTo>
                    <a:pt x="5538" y="12196"/>
                    <a:pt x="2769" y="15135"/>
                    <a:pt x="1385" y="17192"/>
                  </a:cubicBezTo>
                  <a:cubicBezTo>
                    <a:pt x="0" y="19249"/>
                    <a:pt x="0" y="20424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98" name="直线"/>
            <p:cNvSpPr/>
            <p:nvPr/>
          </p:nvSpPr>
          <p:spPr>
            <a:xfrm>
              <a:off x="15875361" y="4922333"/>
              <a:ext cx="273922" cy="73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886" y="19482"/>
                    <a:pt x="7771" y="17365"/>
                    <a:pt x="11371" y="13765"/>
                  </a:cubicBezTo>
                  <a:cubicBezTo>
                    <a:pt x="14971" y="10165"/>
                    <a:pt x="18286" y="5082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599" name="直线"/>
            <p:cNvSpPr/>
            <p:nvPr/>
          </p:nvSpPr>
          <p:spPr>
            <a:xfrm>
              <a:off x="15886730" y="5139731"/>
              <a:ext cx="171246" cy="47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7" h="21241" extrusionOk="0">
                  <a:moveTo>
                    <a:pt x="1299" y="15709"/>
                  </a:moveTo>
                  <a:cubicBezTo>
                    <a:pt x="573" y="17673"/>
                    <a:pt x="-153" y="19636"/>
                    <a:pt x="29" y="20618"/>
                  </a:cubicBezTo>
                  <a:cubicBezTo>
                    <a:pt x="210" y="21600"/>
                    <a:pt x="1299" y="21600"/>
                    <a:pt x="3750" y="19309"/>
                  </a:cubicBezTo>
                  <a:cubicBezTo>
                    <a:pt x="6200" y="17018"/>
                    <a:pt x="10012" y="12436"/>
                    <a:pt x="13188" y="8836"/>
                  </a:cubicBezTo>
                  <a:cubicBezTo>
                    <a:pt x="16365" y="5236"/>
                    <a:pt x="18906" y="2618"/>
                    <a:pt x="21447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0" name="直线"/>
            <p:cNvSpPr/>
            <p:nvPr/>
          </p:nvSpPr>
          <p:spPr>
            <a:xfrm>
              <a:off x="15878331" y="5226690"/>
              <a:ext cx="310084" cy="154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5" h="21386" extrusionOk="0">
                  <a:moveTo>
                    <a:pt x="1302" y="13200"/>
                  </a:moveTo>
                  <a:cubicBezTo>
                    <a:pt x="799" y="15000"/>
                    <a:pt x="297" y="16800"/>
                    <a:pt x="96" y="18200"/>
                  </a:cubicBezTo>
                  <a:cubicBezTo>
                    <a:pt x="-105" y="19600"/>
                    <a:pt x="-5" y="20600"/>
                    <a:pt x="548" y="21100"/>
                  </a:cubicBezTo>
                  <a:cubicBezTo>
                    <a:pt x="1101" y="21600"/>
                    <a:pt x="2105" y="21600"/>
                    <a:pt x="3914" y="19800"/>
                  </a:cubicBezTo>
                  <a:cubicBezTo>
                    <a:pt x="5722" y="18000"/>
                    <a:pt x="8334" y="14400"/>
                    <a:pt x="11398" y="10800"/>
                  </a:cubicBezTo>
                  <a:cubicBezTo>
                    <a:pt x="14462" y="7200"/>
                    <a:pt x="17979" y="3600"/>
                    <a:pt x="21495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1" name="直线"/>
            <p:cNvSpPr/>
            <p:nvPr/>
          </p:nvSpPr>
          <p:spPr>
            <a:xfrm>
              <a:off x="16018844" y="5035380"/>
              <a:ext cx="16895" cy="656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2" h="21600" extrusionOk="0">
                  <a:moveTo>
                    <a:pt x="0" y="0"/>
                  </a:moveTo>
                  <a:cubicBezTo>
                    <a:pt x="7200" y="1621"/>
                    <a:pt x="14400" y="3242"/>
                    <a:pt x="18000" y="4959"/>
                  </a:cubicBezTo>
                  <a:cubicBezTo>
                    <a:pt x="21600" y="6675"/>
                    <a:pt x="21600" y="8487"/>
                    <a:pt x="19800" y="10299"/>
                  </a:cubicBezTo>
                  <a:cubicBezTo>
                    <a:pt x="18000" y="12111"/>
                    <a:pt x="14400" y="13923"/>
                    <a:pt x="12600" y="15640"/>
                  </a:cubicBezTo>
                  <a:cubicBezTo>
                    <a:pt x="10800" y="17356"/>
                    <a:pt x="10800" y="18977"/>
                    <a:pt x="11700" y="19955"/>
                  </a:cubicBezTo>
                  <a:cubicBezTo>
                    <a:pt x="12600" y="20932"/>
                    <a:pt x="14400" y="21266"/>
                    <a:pt x="162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2" name="直线"/>
            <p:cNvSpPr/>
            <p:nvPr/>
          </p:nvSpPr>
          <p:spPr>
            <a:xfrm>
              <a:off x="16492771" y="5300606"/>
              <a:ext cx="47829" cy="73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3" name="直线"/>
            <p:cNvSpPr/>
            <p:nvPr/>
          </p:nvSpPr>
          <p:spPr>
            <a:xfrm>
              <a:off x="16818868" y="4875496"/>
              <a:ext cx="202645" cy="585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1564" extrusionOk="0">
                  <a:moveTo>
                    <a:pt x="0" y="124"/>
                  </a:moveTo>
                  <a:cubicBezTo>
                    <a:pt x="2145" y="337"/>
                    <a:pt x="4289" y="551"/>
                    <a:pt x="7123" y="524"/>
                  </a:cubicBezTo>
                  <a:cubicBezTo>
                    <a:pt x="9957" y="497"/>
                    <a:pt x="13481" y="231"/>
                    <a:pt x="15626" y="97"/>
                  </a:cubicBezTo>
                  <a:cubicBezTo>
                    <a:pt x="17770" y="-36"/>
                    <a:pt x="18536" y="-36"/>
                    <a:pt x="18919" y="124"/>
                  </a:cubicBezTo>
                  <a:cubicBezTo>
                    <a:pt x="19302" y="284"/>
                    <a:pt x="19302" y="604"/>
                    <a:pt x="17694" y="1484"/>
                  </a:cubicBezTo>
                  <a:cubicBezTo>
                    <a:pt x="16085" y="2364"/>
                    <a:pt x="12868" y="3804"/>
                    <a:pt x="10417" y="4951"/>
                  </a:cubicBezTo>
                  <a:cubicBezTo>
                    <a:pt x="7966" y="6097"/>
                    <a:pt x="6281" y="6951"/>
                    <a:pt x="5362" y="7564"/>
                  </a:cubicBezTo>
                  <a:cubicBezTo>
                    <a:pt x="4443" y="8177"/>
                    <a:pt x="4289" y="8551"/>
                    <a:pt x="4596" y="8764"/>
                  </a:cubicBezTo>
                  <a:cubicBezTo>
                    <a:pt x="4902" y="8977"/>
                    <a:pt x="5668" y="9031"/>
                    <a:pt x="8119" y="9057"/>
                  </a:cubicBezTo>
                  <a:cubicBezTo>
                    <a:pt x="10570" y="9084"/>
                    <a:pt x="14706" y="9084"/>
                    <a:pt x="17234" y="9164"/>
                  </a:cubicBezTo>
                  <a:cubicBezTo>
                    <a:pt x="19762" y="9244"/>
                    <a:pt x="20681" y="9404"/>
                    <a:pt x="21140" y="9644"/>
                  </a:cubicBezTo>
                  <a:cubicBezTo>
                    <a:pt x="21600" y="9884"/>
                    <a:pt x="21600" y="10204"/>
                    <a:pt x="20298" y="11137"/>
                  </a:cubicBezTo>
                  <a:cubicBezTo>
                    <a:pt x="18996" y="12071"/>
                    <a:pt x="16391" y="13617"/>
                    <a:pt x="13711" y="15244"/>
                  </a:cubicBezTo>
                  <a:cubicBezTo>
                    <a:pt x="11030" y="16871"/>
                    <a:pt x="8272" y="18577"/>
                    <a:pt x="6740" y="19644"/>
                  </a:cubicBezTo>
                  <a:cubicBezTo>
                    <a:pt x="5209" y="20711"/>
                    <a:pt x="4902" y="21137"/>
                    <a:pt x="4596" y="2156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4" name="直线"/>
            <p:cNvSpPr/>
            <p:nvPr/>
          </p:nvSpPr>
          <p:spPr>
            <a:xfrm>
              <a:off x="16802676" y="5270170"/>
              <a:ext cx="824915" cy="2782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600" extrusionOk="0">
                  <a:moveTo>
                    <a:pt x="424" y="0"/>
                  </a:moveTo>
                  <a:cubicBezTo>
                    <a:pt x="234" y="225"/>
                    <a:pt x="45" y="450"/>
                    <a:pt x="7" y="844"/>
                  </a:cubicBezTo>
                  <a:cubicBezTo>
                    <a:pt x="-31" y="1237"/>
                    <a:pt x="83" y="1800"/>
                    <a:pt x="708" y="2700"/>
                  </a:cubicBezTo>
                  <a:cubicBezTo>
                    <a:pt x="1333" y="3600"/>
                    <a:pt x="2470" y="4837"/>
                    <a:pt x="3626" y="5906"/>
                  </a:cubicBezTo>
                  <a:cubicBezTo>
                    <a:pt x="4782" y="6975"/>
                    <a:pt x="5956" y="7875"/>
                    <a:pt x="7207" y="8887"/>
                  </a:cubicBezTo>
                  <a:cubicBezTo>
                    <a:pt x="8457" y="9900"/>
                    <a:pt x="9784" y="11025"/>
                    <a:pt x="11072" y="12319"/>
                  </a:cubicBezTo>
                  <a:cubicBezTo>
                    <a:pt x="12361" y="13612"/>
                    <a:pt x="13611" y="15075"/>
                    <a:pt x="14862" y="16425"/>
                  </a:cubicBezTo>
                  <a:cubicBezTo>
                    <a:pt x="16112" y="17775"/>
                    <a:pt x="17363" y="19013"/>
                    <a:pt x="18481" y="19856"/>
                  </a:cubicBezTo>
                  <a:cubicBezTo>
                    <a:pt x="19598" y="20700"/>
                    <a:pt x="20584" y="21150"/>
                    <a:pt x="21569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5" name="直线"/>
            <p:cNvSpPr/>
            <p:nvPr/>
          </p:nvSpPr>
          <p:spPr>
            <a:xfrm>
              <a:off x="17149313" y="4727365"/>
              <a:ext cx="300569" cy="238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3" h="21538" extrusionOk="0">
                  <a:moveTo>
                    <a:pt x="0" y="3080"/>
                  </a:moveTo>
                  <a:cubicBezTo>
                    <a:pt x="4134" y="2425"/>
                    <a:pt x="8268" y="1771"/>
                    <a:pt x="11472" y="1247"/>
                  </a:cubicBezTo>
                  <a:cubicBezTo>
                    <a:pt x="14676" y="723"/>
                    <a:pt x="16949" y="331"/>
                    <a:pt x="18448" y="134"/>
                  </a:cubicBezTo>
                  <a:cubicBezTo>
                    <a:pt x="19946" y="-62"/>
                    <a:pt x="20670" y="-62"/>
                    <a:pt x="21083" y="265"/>
                  </a:cubicBezTo>
                  <a:cubicBezTo>
                    <a:pt x="21497" y="593"/>
                    <a:pt x="21600" y="1247"/>
                    <a:pt x="21083" y="3211"/>
                  </a:cubicBezTo>
                  <a:cubicBezTo>
                    <a:pt x="20567" y="5174"/>
                    <a:pt x="19430" y="8447"/>
                    <a:pt x="18293" y="11720"/>
                  </a:cubicBezTo>
                  <a:cubicBezTo>
                    <a:pt x="17156" y="14993"/>
                    <a:pt x="16019" y="18265"/>
                    <a:pt x="14882" y="2153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6" name="直线"/>
            <p:cNvSpPr/>
            <p:nvPr/>
          </p:nvSpPr>
          <p:spPr>
            <a:xfrm>
              <a:off x="17092015" y="4790538"/>
              <a:ext cx="476378" cy="1227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4" h="21269" extrusionOk="0">
                  <a:moveTo>
                    <a:pt x="625" y="20579"/>
                  </a:moveTo>
                  <a:cubicBezTo>
                    <a:pt x="297" y="20831"/>
                    <a:pt x="-30" y="21082"/>
                    <a:pt x="3" y="21207"/>
                  </a:cubicBezTo>
                  <a:cubicBezTo>
                    <a:pt x="35" y="21333"/>
                    <a:pt x="428" y="21333"/>
                    <a:pt x="1770" y="20580"/>
                  </a:cubicBezTo>
                  <a:cubicBezTo>
                    <a:pt x="3112" y="19826"/>
                    <a:pt x="5403" y="18319"/>
                    <a:pt x="7661" y="16184"/>
                  </a:cubicBezTo>
                  <a:cubicBezTo>
                    <a:pt x="9919" y="14049"/>
                    <a:pt x="12145" y="11286"/>
                    <a:pt x="14305" y="8524"/>
                  </a:cubicBezTo>
                  <a:cubicBezTo>
                    <a:pt x="16465" y="5761"/>
                    <a:pt x="18559" y="2998"/>
                    <a:pt x="19803" y="1491"/>
                  </a:cubicBezTo>
                  <a:cubicBezTo>
                    <a:pt x="21046" y="-16"/>
                    <a:pt x="21439" y="-267"/>
                    <a:pt x="21505" y="235"/>
                  </a:cubicBezTo>
                  <a:cubicBezTo>
                    <a:pt x="21570" y="738"/>
                    <a:pt x="21308" y="1993"/>
                    <a:pt x="21046" y="324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7" name="直线"/>
            <p:cNvSpPr/>
            <p:nvPr/>
          </p:nvSpPr>
          <p:spPr>
            <a:xfrm>
              <a:off x="17262360" y="5009292"/>
              <a:ext cx="143484" cy="391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182" y="20000"/>
                    <a:pt x="4364" y="18400"/>
                    <a:pt x="7964" y="14800"/>
                  </a:cubicBezTo>
                  <a:cubicBezTo>
                    <a:pt x="11564" y="11200"/>
                    <a:pt x="16582" y="5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8" name="直线"/>
            <p:cNvSpPr/>
            <p:nvPr/>
          </p:nvSpPr>
          <p:spPr>
            <a:xfrm>
              <a:off x="17262360" y="5144079"/>
              <a:ext cx="73917" cy="21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09" name="直线"/>
            <p:cNvSpPr/>
            <p:nvPr/>
          </p:nvSpPr>
          <p:spPr>
            <a:xfrm>
              <a:off x="17266709" y="5213647"/>
              <a:ext cx="243487" cy="91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729" y="18514"/>
                    <a:pt x="7457" y="15429"/>
                    <a:pt x="11057" y="11829"/>
                  </a:cubicBezTo>
                  <a:cubicBezTo>
                    <a:pt x="14657" y="8229"/>
                    <a:pt x="18129" y="4114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0" name="直线"/>
            <p:cNvSpPr/>
            <p:nvPr/>
          </p:nvSpPr>
          <p:spPr>
            <a:xfrm>
              <a:off x="17267587" y="4581218"/>
              <a:ext cx="77386" cy="8367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8" h="21539" extrusionOk="0">
                  <a:moveTo>
                    <a:pt x="4558" y="834"/>
                  </a:moveTo>
                  <a:cubicBezTo>
                    <a:pt x="2958" y="461"/>
                    <a:pt x="1358" y="88"/>
                    <a:pt x="558" y="14"/>
                  </a:cubicBezTo>
                  <a:cubicBezTo>
                    <a:pt x="-242" y="-61"/>
                    <a:pt x="-242" y="163"/>
                    <a:pt x="958" y="946"/>
                  </a:cubicBezTo>
                  <a:cubicBezTo>
                    <a:pt x="2158" y="1730"/>
                    <a:pt x="4558" y="3073"/>
                    <a:pt x="6558" y="4546"/>
                  </a:cubicBezTo>
                  <a:cubicBezTo>
                    <a:pt x="8558" y="6020"/>
                    <a:pt x="10158" y="7624"/>
                    <a:pt x="11158" y="9191"/>
                  </a:cubicBezTo>
                  <a:cubicBezTo>
                    <a:pt x="12158" y="10758"/>
                    <a:pt x="12558" y="12287"/>
                    <a:pt x="12758" y="13835"/>
                  </a:cubicBezTo>
                  <a:cubicBezTo>
                    <a:pt x="12958" y="15384"/>
                    <a:pt x="12958" y="16950"/>
                    <a:pt x="13358" y="18200"/>
                  </a:cubicBezTo>
                  <a:cubicBezTo>
                    <a:pt x="13758" y="19450"/>
                    <a:pt x="14558" y="20383"/>
                    <a:pt x="15958" y="20886"/>
                  </a:cubicBezTo>
                  <a:cubicBezTo>
                    <a:pt x="17358" y="21390"/>
                    <a:pt x="19358" y="21464"/>
                    <a:pt x="21358" y="2153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1" name="直线"/>
            <p:cNvSpPr/>
            <p:nvPr/>
          </p:nvSpPr>
          <p:spPr>
            <a:xfrm>
              <a:off x="17880711" y="4748415"/>
              <a:ext cx="29497" cy="73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3" h="21600" extrusionOk="0">
                  <a:moveTo>
                    <a:pt x="11675" y="0"/>
                  </a:moveTo>
                  <a:cubicBezTo>
                    <a:pt x="7561" y="1271"/>
                    <a:pt x="3447" y="2541"/>
                    <a:pt x="1390" y="4235"/>
                  </a:cubicBezTo>
                  <a:cubicBezTo>
                    <a:pt x="-667" y="5929"/>
                    <a:pt x="-667" y="8047"/>
                    <a:pt x="2933" y="11012"/>
                  </a:cubicBezTo>
                  <a:cubicBezTo>
                    <a:pt x="6533" y="13977"/>
                    <a:pt x="13733" y="17788"/>
                    <a:pt x="20933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2" name="直线"/>
            <p:cNvSpPr/>
            <p:nvPr/>
          </p:nvSpPr>
          <p:spPr>
            <a:xfrm>
              <a:off x="17762376" y="4909289"/>
              <a:ext cx="221747" cy="73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388" y="19906"/>
                    <a:pt x="6777" y="18212"/>
                    <a:pt x="10377" y="14612"/>
                  </a:cubicBezTo>
                  <a:cubicBezTo>
                    <a:pt x="13977" y="11012"/>
                    <a:pt x="17788" y="5506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3" name="直线"/>
            <p:cNvSpPr/>
            <p:nvPr/>
          </p:nvSpPr>
          <p:spPr>
            <a:xfrm>
              <a:off x="17865139" y="5026684"/>
              <a:ext cx="27678" cy="217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3" h="21600" extrusionOk="0">
                  <a:moveTo>
                    <a:pt x="14143" y="0"/>
                  </a:moveTo>
                  <a:cubicBezTo>
                    <a:pt x="6583" y="3168"/>
                    <a:pt x="-977" y="6336"/>
                    <a:pt x="103" y="9936"/>
                  </a:cubicBezTo>
                  <a:cubicBezTo>
                    <a:pt x="1183" y="13536"/>
                    <a:pt x="10903" y="17568"/>
                    <a:pt x="20623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4" name="直线"/>
            <p:cNvSpPr/>
            <p:nvPr/>
          </p:nvSpPr>
          <p:spPr>
            <a:xfrm>
              <a:off x="17931947" y="5044076"/>
              <a:ext cx="65220" cy="1826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240" y="2571"/>
                    <a:pt x="14880" y="5143"/>
                    <a:pt x="11280" y="8743"/>
                  </a:cubicBezTo>
                  <a:cubicBezTo>
                    <a:pt x="7680" y="12343"/>
                    <a:pt x="3840" y="1697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5" name="直线"/>
            <p:cNvSpPr/>
            <p:nvPr/>
          </p:nvSpPr>
          <p:spPr>
            <a:xfrm>
              <a:off x="17775420" y="5270170"/>
              <a:ext cx="373926" cy="139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093" y="20700"/>
                    <a:pt x="4186" y="19800"/>
                    <a:pt x="6530" y="17550"/>
                  </a:cubicBezTo>
                  <a:cubicBezTo>
                    <a:pt x="8874" y="15300"/>
                    <a:pt x="11470" y="11700"/>
                    <a:pt x="14023" y="8550"/>
                  </a:cubicBezTo>
                  <a:cubicBezTo>
                    <a:pt x="16577" y="5400"/>
                    <a:pt x="19088" y="27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6" name="直线"/>
            <p:cNvSpPr/>
            <p:nvPr/>
          </p:nvSpPr>
          <p:spPr>
            <a:xfrm>
              <a:off x="18337145" y="4880603"/>
              <a:ext cx="227824" cy="88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86" extrusionOk="0">
                  <a:moveTo>
                    <a:pt x="0" y="18327"/>
                  </a:moveTo>
                  <a:cubicBezTo>
                    <a:pt x="86" y="19418"/>
                    <a:pt x="171" y="20509"/>
                    <a:pt x="514" y="21055"/>
                  </a:cubicBezTo>
                  <a:cubicBezTo>
                    <a:pt x="857" y="21600"/>
                    <a:pt x="1457" y="21600"/>
                    <a:pt x="3214" y="20073"/>
                  </a:cubicBezTo>
                  <a:cubicBezTo>
                    <a:pt x="4971" y="18545"/>
                    <a:pt x="7886" y="15491"/>
                    <a:pt x="10929" y="12000"/>
                  </a:cubicBezTo>
                  <a:cubicBezTo>
                    <a:pt x="13971" y="8509"/>
                    <a:pt x="17143" y="4582"/>
                    <a:pt x="18943" y="2509"/>
                  </a:cubicBezTo>
                  <a:cubicBezTo>
                    <a:pt x="20743" y="436"/>
                    <a:pt x="21171" y="218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7" name="直线"/>
            <p:cNvSpPr/>
            <p:nvPr/>
          </p:nvSpPr>
          <p:spPr>
            <a:xfrm>
              <a:off x="18745145" y="4528423"/>
              <a:ext cx="267334" cy="227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6" h="21499" extrusionOk="0">
                  <a:moveTo>
                    <a:pt x="14960" y="474"/>
                  </a:moveTo>
                  <a:cubicBezTo>
                    <a:pt x="14524" y="218"/>
                    <a:pt x="14088" y="-38"/>
                    <a:pt x="13724" y="5"/>
                  </a:cubicBezTo>
                  <a:cubicBezTo>
                    <a:pt x="13361" y="47"/>
                    <a:pt x="13070" y="389"/>
                    <a:pt x="12306" y="1670"/>
                  </a:cubicBezTo>
                  <a:cubicBezTo>
                    <a:pt x="11542" y="2950"/>
                    <a:pt x="10306" y="5170"/>
                    <a:pt x="8670" y="7518"/>
                  </a:cubicBezTo>
                  <a:cubicBezTo>
                    <a:pt x="7033" y="9866"/>
                    <a:pt x="4997" y="12341"/>
                    <a:pt x="3470" y="14433"/>
                  </a:cubicBezTo>
                  <a:cubicBezTo>
                    <a:pt x="1942" y="16525"/>
                    <a:pt x="924" y="18232"/>
                    <a:pt x="415" y="19300"/>
                  </a:cubicBezTo>
                  <a:cubicBezTo>
                    <a:pt x="-94" y="20367"/>
                    <a:pt x="-94" y="20794"/>
                    <a:pt x="197" y="21092"/>
                  </a:cubicBezTo>
                  <a:cubicBezTo>
                    <a:pt x="488" y="21391"/>
                    <a:pt x="1070" y="21562"/>
                    <a:pt x="2451" y="21477"/>
                  </a:cubicBezTo>
                  <a:cubicBezTo>
                    <a:pt x="3833" y="21391"/>
                    <a:pt x="6015" y="21050"/>
                    <a:pt x="8451" y="20153"/>
                  </a:cubicBezTo>
                  <a:cubicBezTo>
                    <a:pt x="10888" y="19257"/>
                    <a:pt x="13579" y="17806"/>
                    <a:pt x="15797" y="16568"/>
                  </a:cubicBezTo>
                  <a:cubicBezTo>
                    <a:pt x="18015" y="15330"/>
                    <a:pt x="19761" y="14305"/>
                    <a:pt x="21506" y="1328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8" name="直线"/>
            <p:cNvSpPr/>
            <p:nvPr/>
          </p:nvSpPr>
          <p:spPr>
            <a:xfrm>
              <a:off x="18852459" y="4796526"/>
              <a:ext cx="51531" cy="4963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516" y="1416"/>
                    <a:pt x="3032" y="2833"/>
                    <a:pt x="4168" y="4387"/>
                  </a:cubicBezTo>
                  <a:cubicBezTo>
                    <a:pt x="5305" y="5941"/>
                    <a:pt x="6063" y="7633"/>
                    <a:pt x="7010" y="9128"/>
                  </a:cubicBezTo>
                  <a:cubicBezTo>
                    <a:pt x="7958" y="10623"/>
                    <a:pt x="9095" y="11921"/>
                    <a:pt x="10611" y="13397"/>
                  </a:cubicBezTo>
                  <a:cubicBezTo>
                    <a:pt x="12127" y="14872"/>
                    <a:pt x="14021" y="16525"/>
                    <a:pt x="15348" y="17843"/>
                  </a:cubicBezTo>
                  <a:cubicBezTo>
                    <a:pt x="16674" y="19161"/>
                    <a:pt x="17432" y="20144"/>
                    <a:pt x="18379" y="20715"/>
                  </a:cubicBezTo>
                  <a:cubicBezTo>
                    <a:pt x="19326" y="21285"/>
                    <a:pt x="20463" y="21443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19" name="直线"/>
            <p:cNvSpPr/>
            <p:nvPr/>
          </p:nvSpPr>
          <p:spPr>
            <a:xfrm>
              <a:off x="19346355" y="4456540"/>
              <a:ext cx="244661" cy="3759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12" extrusionOk="0">
                  <a:moveTo>
                    <a:pt x="21600" y="151"/>
                  </a:moveTo>
                  <a:cubicBezTo>
                    <a:pt x="21138" y="32"/>
                    <a:pt x="20677" y="-88"/>
                    <a:pt x="20031" y="91"/>
                  </a:cubicBezTo>
                  <a:cubicBezTo>
                    <a:pt x="19385" y="271"/>
                    <a:pt x="18554" y="750"/>
                    <a:pt x="17354" y="1976"/>
                  </a:cubicBezTo>
                  <a:cubicBezTo>
                    <a:pt x="16154" y="3203"/>
                    <a:pt x="14585" y="5177"/>
                    <a:pt x="12923" y="7242"/>
                  </a:cubicBezTo>
                  <a:cubicBezTo>
                    <a:pt x="11262" y="9306"/>
                    <a:pt x="9508" y="11460"/>
                    <a:pt x="7477" y="13554"/>
                  </a:cubicBezTo>
                  <a:cubicBezTo>
                    <a:pt x="5446" y="15648"/>
                    <a:pt x="3138" y="17683"/>
                    <a:pt x="1846" y="18999"/>
                  </a:cubicBezTo>
                  <a:cubicBezTo>
                    <a:pt x="554" y="20315"/>
                    <a:pt x="277" y="20914"/>
                    <a:pt x="0" y="2151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20" name="直线"/>
            <p:cNvSpPr/>
            <p:nvPr/>
          </p:nvSpPr>
          <p:spPr>
            <a:xfrm>
              <a:off x="19597288" y="4568969"/>
              <a:ext cx="216431" cy="43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087" y="2571"/>
                    <a:pt x="4174" y="5143"/>
                    <a:pt x="7461" y="7714"/>
                  </a:cubicBezTo>
                  <a:cubicBezTo>
                    <a:pt x="10748" y="10286"/>
                    <a:pt x="15235" y="12857"/>
                    <a:pt x="17791" y="15171"/>
                  </a:cubicBezTo>
                  <a:cubicBezTo>
                    <a:pt x="20348" y="17486"/>
                    <a:pt x="20974" y="19543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21" name="直线"/>
            <p:cNvSpPr/>
            <p:nvPr/>
          </p:nvSpPr>
          <p:spPr>
            <a:xfrm>
              <a:off x="19565922" y="4691298"/>
              <a:ext cx="50187" cy="5896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0"/>
                  </a:moveTo>
                  <a:cubicBezTo>
                    <a:pt x="3600" y="1187"/>
                    <a:pt x="1800" y="2374"/>
                    <a:pt x="900" y="3696"/>
                  </a:cubicBezTo>
                  <a:cubicBezTo>
                    <a:pt x="0" y="5017"/>
                    <a:pt x="0" y="6472"/>
                    <a:pt x="0" y="7813"/>
                  </a:cubicBezTo>
                  <a:cubicBezTo>
                    <a:pt x="0" y="9153"/>
                    <a:pt x="0" y="10379"/>
                    <a:pt x="450" y="11738"/>
                  </a:cubicBezTo>
                  <a:cubicBezTo>
                    <a:pt x="900" y="13098"/>
                    <a:pt x="1800" y="14591"/>
                    <a:pt x="4725" y="16143"/>
                  </a:cubicBezTo>
                  <a:cubicBezTo>
                    <a:pt x="7650" y="17694"/>
                    <a:pt x="12600" y="19302"/>
                    <a:pt x="15750" y="20221"/>
                  </a:cubicBezTo>
                  <a:cubicBezTo>
                    <a:pt x="18900" y="21140"/>
                    <a:pt x="20250" y="2137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22" name="直线"/>
            <p:cNvSpPr/>
            <p:nvPr/>
          </p:nvSpPr>
          <p:spPr>
            <a:xfrm>
              <a:off x="19948595" y="4719528"/>
              <a:ext cx="153697" cy="272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865" y="0"/>
                    <a:pt x="20131" y="0"/>
                    <a:pt x="18735" y="993"/>
                  </a:cubicBezTo>
                  <a:cubicBezTo>
                    <a:pt x="17339" y="1986"/>
                    <a:pt x="15282" y="3972"/>
                    <a:pt x="12857" y="6331"/>
                  </a:cubicBezTo>
                  <a:cubicBezTo>
                    <a:pt x="10433" y="8690"/>
                    <a:pt x="7641" y="11421"/>
                    <a:pt x="5437" y="13986"/>
                  </a:cubicBezTo>
                  <a:cubicBezTo>
                    <a:pt x="3233" y="16552"/>
                    <a:pt x="1616" y="18952"/>
                    <a:pt x="808" y="20193"/>
                  </a:cubicBezTo>
                  <a:cubicBezTo>
                    <a:pt x="0" y="21434"/>
                    <a:pt x="0" y="2151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23" name="直线"/>
            <p:cNvSpPr/>
            <p:nvPr/>
          </p:nvSpPr>
          <p:spPr>
            <a:xfrm>
              <a:off x="20077198" y="4860678"/>
              <a:ext cx="225840" cy="460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4" extrusionOk="0">
                  <a:moveTo>
                    <a:pt x="0" y="0"/>
                  </a:moveTo>
                  <a:cubicBezTo>
                    <a:pt x="2100" y="7513"/>
                    <a:pt x="4200" y="15026"/>
                    <a:pt x="7100" y="18313"/>
                  </a:cubicBezTo>
                  <a:cubicBezTo>
                    <a:pt x="10000" y="21600"/>
                    <a:pt x="13700" y="20661"/>
                    <a:pt x="16250" y="20191"/>
                  </a:cubicBezTo>
                  <a:cubicBezTo>
                    <a:pt x="18800" y="19722"/>
                    <a:pt x="20200" y="19722"/>
                    <a:pt x="21600" y="1972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24" name="直线"/>
            <p:cNvSpPr/>
            <p:nvPr/>
          </p:nvSpPr>
          <p:spPr>
            <a:xfrm>
              <a:off x="20528388" y="4247479"/>
              <a:ext cx="57392" cy="2512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3" h="21600" extrusionOk="0">
                  <a:moveTo>
                    <a:pt x="2279" y="0"/>
                  </a:moveTo>
                  <a:cubicBezTo>
                    <a:pt x="736" y="2197"/>
                    <a:pt x="-807" y="4393"/>
                    <a:pt x="479" y="7566"/>
                  </a:cubicBezTo>
                  <a:cubicBezTo>
                    <a:pt x="1764" y="10739"/>
                    <a:pt x="5879" y="14888"/>
                    <a:pt x="9736" y="17390"/>
                  </a:cubicBezTo>
                  <a:cubicBezTo>
                    <a:pt x="13593" y="19892"/>
                    <a:pt x="17193" y="20746"/>
                    <a:pt x="20793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25" name="直线"/>
            <p:cNvSpPr/>
            <p:nvPr/>
          </p:nvSpPr>
          <p:spPr>
            <a:xfrm>
              <a:off x="20641138" y="4156112"/>
              <a:ext cx="137571" cy="2787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1" h="21531" extrusionOk="0">
                  <a:moveTo>
                    <a:pt x="0" y="4426"/>
                  </a:moveTo>
                  <a:cubicBezTo>
                    <a:pt x="4629" y="3220"/>
                    <a:pt x="9257" y="2014"/>
                    <a:pt x="12233" y="1247"/>
                  </a:cubicBezTo>
                  <a:cubicBezTo>
                    <a:pt x="15208" y="479"/>
                    <a:pt x="16531" y="150"/>
                    <a:pt x="17743" y="41"/>
                  </a:cubicBezTo>
                  <a:cubicBezTo>
                    <a:pt x="18955" y="-69"/>
                    <a:pt x="20057" y="41"/>
                    <a:pt x="20718" y="424"/>
                  </a:cubicBezTo>
                  <a:cubicBezTo>
                    <a:pt x="21380" y="808"/>
                    <a:pt x="21600" y="1466"/>
                    <a:pt x="21049" y="3275"/>
                  </a:cubicBezTo>
                  <a:cubicBezTo>
                    <a:pt x="20498" y="5084"/>
                    <a:pt x="19176" y="8045"/>
                    <a:pt x="16861" y="11279"/>
                  </a:cubicBezTo>
                  <a:cubicBezTo>
                    <a:pt x="14547" y="14514"/>
                    <a:pt x="11241" y="18022"/>
                    <a:pt x="7935" y="2153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26" name="直线"/>
            <p:cNvSpPr/>
            <p:nvPr/>
          </p:nvSpPr>
          <p:spPr>
            <a:xfrm>
              <a:off x="20567617" y="4281546"/>
              <a:ext cx="116106" cy="766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3" h="21600" extrusionOk="0">
                  <a:moveTo>
                    <a:pt x="976" y="21600"/>
                  </a:moveTo>
                  <a:cubicBezTo>
                    <a:pt x="204" y="20000"/>
                    <a:pt x="-567" y="18400"/>
                    <a:pt x="590" y="15600"/>
                  </a:cubicBezTo>
                  <a:cubicBezTo>
                    <a:pt x="1747" y="12800"/>
                    <a:pt x="4833" y="8800"/>
                    <a:pt x="8562" y="6000"/>
                  </a:cubicBezTo>
                  <a:cubicBezTo>
                    <a:pt x="12290" y="3200"/>
                    <a:pt x="16662" y="1600"/>
                    <a:pt x="21033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27" name="直线"/>
            <p:cNvSpPr/>
            <p:nvPr/>
          </p:nvSpPr>
          <p:spPr>
            <a:xfrm>
              <a:off x="20564487" y="4456139"/>
              <a:ext cx="144786" cy="51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600" y="18600"/>
                    <a:pt x="7200" y="15600"/>
                    <a:pt x="10588" y="12000"/>
                  </a:cubicBezTo>
                  <a:cubicBezTo>
                    <a:pt x="13976" y="8400"/>
                    <a:pt x="17153" y="4200"/>
                    <a:pt x="18953" y="2100"/>
                  </a:cubicBezTo>
                  <a:cubicBezTo>
                    <a:pt x="20753" y="0"/>
                    <a:pt x="21176" y="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28" name="直线"/>
            <p:cNvSpPr/>
            <p:nvPr/>
          </p:nvSpPr>
          <p:spPr>
            <a:xfrm>
              <a:off x="20555971" y="4554971"/>
              <a:ext cx="165444" cy="203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06" extrusionOk="0">
                  <a:moveTo>
                    <a:pt x="0" y="11606"/>
                  </a:moveTo>
                  <a:cubicBezTo>
                    <a:pt x="4985" y="9506"/>
                    <a:pt x="9969" y="7406"/>
                    <a:pt x="13385" y="5981"/>
                  </a:cubicBezTo>
                  <a:cubicBezTo>
                    <a:pt x="16800" y="4556"/>
                    <a:pt x="18646" y="3806"/>
                    <a:pt x="19846" y="3131"/>
                  </a:cubicBezTo>
                  <a:cubicBezTo>
                    <a:pt x="21046" y="2456"/>
                    <a:pt x="21600" y="1856"/>
                    <a:pt x="21508" y="1331"/>
                  </a:cubicBezTo>
                  <a:cubicBezTo>
                    <a:pt x="21415" y="806"/>
                    <a:pt x="20677" y="356"/>
                    <a:pt x="19477" y="131"/>
                  </a:cubicBezTo>
                  <a:cubicBezTo>
                    <a:pt x="18277" y="-94"/>
                    <a:pt x="16615" y="-94"/>
                    <a:pt x="15323" y="656"/>
                  </a:cubicBezTo>
                  <a:cubicBezTo>
                    <a:pt x="14031" y="1406"/>
                    <a:pt x="13108" y="2906"/>
                    <a:pt x="12831" y="5906"/>
                  </a:cubicBezTo>
                  <a:cubicBezTo>
                    <a:pt x="12554" y="8906"/>
                    <a:pt x="12923" y="13406"/>
                    <a:pt x="13200" y="16256"/>
                  </a:cubicBezTo>
                  <a:cubicBezTo>
                    <a:pt x="13477" y="19106"/>
                    <a:pt x="13662" y="20306"/>
                    <a:pt x="13846" y="2150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29" name="直线"/>
            <p:cNvSpPr/>
            <p:nvPr/>
          </p:nvSpPr>
          <p:spPr>
            <a:xfrm>
              <a:off x="20462104" y="4639249"/>
              <a:ext cx="460087" cy="203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2" h="21470" extrusionOk="0">
                  <a:moveTo>
                    <a:pt x="607" y="19800"/>
                  </a:moveTo>
                  <a:cubicBezTo>
                    <a:pt x="274" y="20400"/>
                    <a:pt x="-58" y="21000"/>
                    <a:pt x="8" y="21300"/>
                  </a:cubicBezTo>
                  <a:cubicBezTo>
                    <a:pt x="75" y="21600"/>
                    <a:pt x="540" y="21600"/>
                    <a:pt x="1969" y="20475"/>
                  </a:cubicBezTo>
                  <a:cubicBezTo>
                    <a:pt x="3398" y="19350"/>
                    <a:pt x="5791" y="17100"/>
                    <a:pt x="8250" y="14475"/>
                  </a:cubicBezTo>
                  <a:cubicBezTo>
                    <a:pt x="10709" y="11850"/>
                    <a:pt x="13234" y="8850"/>
                    <a:pt x="15461" y="6375"/>
                  </a:cubicBezTo>
                  <a:cubicBezTo>
                    <a:pt x="17687" y="3900"/>
                    <a:pt x="19615" y="1950"/>
                    <a:pt x="21542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30" name="直线"/>
            <p:cNvSpPr/>
            <p:nvPr/>
          </p:nvSpPr>
          <p:spPr>
            <a:xfrm>
              <a:off x="20402669" y="4554082"/>
              <a:ext cx="472680" cy="6643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432" y="785"/>
                    <a:pt x="19265" y="1569"/>
                    <a:pt x="17935" y="2746"/>
                  </a:cubicBezTo>
                  <a:cubicBezTo>
                    <a:pt x="16605" y="3923"/>
                    <a:pt x="15113" y="5492"/>
                    <a:pt x="13524" y="7038"/>
                  </a:cubicBezTo>
                  <a:cubicBezTo>
                    <a:pt x="11935" y="8585"/>
                    <a:pt x="10249" y="10108"/>
                    <a:pt x="8659" y="11585"/>
                  </a:cubicBezTo>
                  <a:cubicBezTo>
                    <a:pt x="7070" y="13062"/>
                    <a:pt x="5578" y="14492"/>
                    <a:pt x="4151" y="16154"/>
                  </a:cubicBezTo>
                  <a:cubicBezTo>
                    <a:pt x="2724" y="17815"/>
                    <a:pt x="1362" y="1970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31" name="直线"/>
            <p:cNvSpPr/>
            <p:nvPr/>
          </p:nvSpPr>
          <p:spPr>
            <a:xfrm>
              <a:off x="20637123" y="4881976"/>
              <a:ext cx="21050" cy="272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8" h="21600" extrusionOk="0">
                  <a:moveTo>
                    <a:pt x="3818" y="0"/>
                  </a:moveTo>
                  <a:cubicBezTo>
                    <a:pt x="1118" y="4050"/>
                    <a:pt x="-1582" y="8100"/>
                    <a:pt x="1118" y="11700"/>
                  </a:cubicBezTo>
                  <a:cubicBezTo>
                    <a:pt x="3818" y="15300"/>
                    <a:pt x="11918" y="18450"/>
                    <a:pt x="20018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32" name="直线"/>
            <p:cNvSpPr/>
            <p:nvPr/>
          </p:nvSpPr>
          <p:spPr>
            <a:xfrm>
              <a:off x="20696496" y="4873799"/>
              <a:ext cx="135737" cy="339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6" h="21467" extrusionOk="0">
                  <a:moveTo>
                    <a:pt x="0" y="2937"/>
                  </a:moveTo>
                  <a:cubicBezTo>
                    <a:pt x="450" y="2399"/>
                    <a:pt x="900" y="1861"/>
                    <a:pt x="2813" y="1368"/>
                  </a:cubicBezTo>
                  <a:cubicBezTo>
                    <a:pt x="4725" y="875"/>
                    <a:pt x="8100" y="427"/>
                    <a:pt x="10350" y="203"/>
                  </a:cubicBezTo>
                  <a:cubicBezTo>
                    <a:pt x="12600" y="-21"/>
                    <a:pt x="13725" y="-21"/>
                    <a:pt x="14850" y="24"/>
                  </a:cubicBezTo>
                  <a:cubicBezTo>
                    <a:pt x="15975" y="69"/>
                    <a:pt x="17100" y="158"/>
                    <a:pt x="18000" y="965"/>
                  </a:cubicBezTo>
                  <a:cubicBezTo>
                    <a:pt x="18900" y="1772"/>
                    <a:pt x="19575" y="3295"/>
                    <a:pt x="19912" y="5894"/>
                  </a:cubicBezTo>
                  <a:cubicBezTo>
                    <a:pt x="20250" y="8494"/>
                    <a:pt x="20250" y="12168"/>
                    <a:pt x="20475" y="14812"/>
                  </a:cubicBezTo>
                  <a:cubicBezTo>
                    <a:pt x="20700" y="17456"/>
                    <a:pt x="21150" y="19069"/>
                    <a:pt x="21375" y="20100"/>
                  </a:cubicBezTo>
                  <a:cubicBezTo>
                    <a:pt x="21600" y="21131"/>
                    <a:pt x="21600" y="21579"/>
                    <a:pt x="21037" y="21445"/>
                  </a:cubicBezTo>
                  <a:cubicBezTo>
                    <a:pt x="20475" y="21310"/>
                    <a:pt x="19350" y="20593"/>
                    <a:pt x="18225" y="1987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33" name="直线"/>
            <p:cNvSpPr/>
            <p:nvPr/>
          </p:nvSpPr>
          <p:spPr>
            <a:xfrm>
              <a:off x="20679464" y="5013986"/>
              <a:ext cx="72393" cy="34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34" name="直线"/>
            <p:cNvSpPr/>
            <p:nvPr/>
          </p:nvSpPr>
          <p:spPr>
            <a:xfrm>
              <a:off x="20648014" y="5137479"/>
              <a:ext cx="248627" cy="106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6" h="21127" extrusionOk="0">
                  <a:moveTo>
                    <a:pt x="2351" y="12623"/>
                  </a:moveTo>
                  <a:cubicBezTo>
                    <a:pt x="1860" y="13746"/>
                    <a:pt x="1369" y="14868"/>
                    <a:pt x="878" y="16270"/>
                  </a:cubicBezTo>
                  <a:cubicBezTo>
                    <a:pt x="387" y="17673"/>
                    <a:pt x="-104" y="19356"/>
                    <a:pt x="19" y="20338"/>
                  </a:cubicBezTo>
                  <a:cubicBezTo>
                    <a:pt x="141" y="21319"/>
                    <a:pt x="878" y="21600"/>
                    <a:pt x="2964" y="19917"/>
                  </a:cubicBezTo>
                  <a:cubicBezTo>
                    <a:pt x="5051" y="18234"/>
                    <a:pt x="8487" y="14587"/>
                    <a:pt x="11801" y="10940"/>
                  </a:cubicBezTo>
                  <a:cubicBezTo>
                    <a:pt x="15114" y="7294"/>
                    <a:pt x="18305" y="3647"/>
                    <a:pt x="21496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35" name="直线"/>
            <p:cNvSpPr/>
            <p:nvPr/>
          </p:nvSpPr>
          <p:spPr>
            <a:xfrm>
              <a:off x="14800067" y="6176523"/>
              <a:ext cx="220018" cy="8027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21600" y="0"/>
                  </a:moveTo>
                  <a:cubicBezTo>
                    <a:pt x="19370" y="878"/>
                    <a:pt x="17141" y="1755"/>
                    <a:pt x="14354" y="2690"/>
                  </a:cubicBezTo>
                  <a:cubicBezTo>
                    <a:pt x="11566" y="3625"/>
                    <a:pt x="8222" y="4618"/>
                    <a:pt x="5923" y="5324"/>
                  </a:cubicBezTo>
                  <a:cubicBezTo>
                    <a:pt x="3623" y="6030"/>
                    <a:pt x="2369" y="6449"/>
                    <a:pt x="1463" y="6755"/>
                  </a:cubicBezTo>
                  <a:cubicBezTo>
                    <a:pt x="557" y="7060"/>
                    <a:pt x="0" y="7251"/>
                    <a:pt x="0" y="7289"/>
                  </a:cubicBezTo>
                  <a:cubicBezTo>
                    <a:pt x="0" y="7327"/>
                    <a:pt x="557" y="7213"/>
                    <a:pt x="1394" y="7079"/>
                  </a:cubicBezTo>
                  <a:cubicBezTo>
                    <a:pt x="2230" y="6946"/>
                    <a:pt x="3345" y="6793"/>
                    <a:pt x="4390" y="6717"/>
                  </a:cubicBezTo>
                  <a:cubicBezTo>
                    <a:pt x="5435" y="6640"/>
                    <a:pt x="6410" y="6640"/>
                    <a:pt x="7107" y="6926"/>
                  </a:cubicBezTo>
                  <a:cubicBezTo>
                    <a:pt x="7804" y="7213"/>
                    <a:pt x="8222" y="7785"/>
                    <a:pt x="8501" y="8701"/>
                  </a:cubicBezTo>
                  <a:cubicBezTo>
                    <a:pt x="8779" y="9617"/>
                    <a:pt x="8919" y="10876"/>
                    <a:pt x="9058" y="12155"/>
                  </a:cubicBezTo>
                  <a:cubicBezTo>
                    <a:pt x="9197" y="13433"/>
                    <a:pt x="9337" y="14731"/>
                    <a:pt x="9755" y="16047"/>
                  </a:cubicBezTo>
                  <a:cubicBezTo>
                    <a:pt x="10173" y="17364"/>
                    <a:pt x="10870" y="18700"/>
                    <a:pt x="11427" y="19577"/>
                  </a:cubicBezTo>
                  <a:cubicBezTo>
                    <a:pt x="11985" y="20455"/>
                    <a:pt x="12403" y="20875"/>
                    <a:pt x="12821" y="21161"/>
                  </a:cubicBezTo>
                  <a:cubicBezTo>
                    <a:pt x="13239" y="21447"/>
                    <a:pt x="13657" y="21600"/>
                    <a:pt x="13935" y="21581"/>
                  </a:cubicBezTo>
                  <a:cubicBezTo>
                    <a:pt x="14214" y="21562"/>
                    <a:pt x="14354" y="21371"/>
                    <a:pt x="14423" y="21123"/>
                  </a:cubicBezTo>
                  <a:cubicBezTo>
                    <a:pt x="14493" y="20875"/>
                    <a:pt x="14493" y="20570"/>
                    <a:pt x="14493" y="2026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36" name="直线"/>
            <p:cNvSpPr/>
            <p:nvPr/>
          </p:nvSpPr>
          <p:spPr>
            <a:xfrm>
              <a:off x="15122285" y="6230543"/>
              <a:ext cx="174889" cy="205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0" h="21444" extrusionOk="0">
                  <a:moveTo>
                    <a:pt x="0" y="6354"/>
                  </a:moveTo>
                  <a:cubicBezTo>
                    <a:pt x="4666" y="4578"/>
                    <a:pt x="9331" y="2803"/>
                    <a:pt x="12355" y="1767"/>
                  </a:cubicBezTo>
                  <a:cubicBezTo>
                    <a:pt x="15379" y="732"/>
                    <a:pt x="16762" y="436"/>
                    <a:pt x="17971" y="214"/>
                  </a:cubicBezTo>
                  <a:cubicBezTo>
                    <a:pt x="19181" y="-8"/>
                    <a:pt x="20218" y="-156"/>
                    <a:pt x="20822" y="288"/>
                  </a:cubicBezTo>
                  <a:cubicBezTo>
                    <a:pt x="21427" y="732"/>
                    <a:pt x="21600" y="1767"/>
                    <a:pt x="20390" y="4356"/>
                  </a:cubicBezTo>
                  <a:cubicBezTo>
                    <a:pt x="19181" y="6945"/>
                    <a:pt x="16589" y="11088"/>
                    <a:pt x="14602" y="14195"/>
                  </a:cubicBezTo>
                  <a:cubicBezTo>
                    <a:pt x="12614" y="17302"/>
                    <a:pt x="11232" y="19373"/>
                    <a:pt x="9850" y="2144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37" name="直线"/>
            <p:cNvSpPr/>
            <p:nvPr/>
          </p:nvSpPr>
          <p:spPr>
            <a:xfrm>
              <a:off x="15143576" y="6432025"/>
              <a:ext cx="102203" cy="766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800" y="18000"/>
                    <a:pt x="9600" y="14400"/>
                    <a:pt x="13200" y="10800"/>
                  </a:cubicBezTo>
                  <a:cubicBezTo>
                    <a:pt x="16800" y="7200"/>
                    <a:pt x="19200" y="3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38" name="直线"/>
            <p:cNvSpPr/>
            <p:nvPr/>
          </p:nvSpPr>
          <p:spPr>
            <a:xfrm>
              <a:off x="15101624" y="6436283"/>
              <a:ext cx="54728" cy="396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4" h="21600" extrusionOk="0">
                  <a:moveTo>
                    <a:pt x="4739" y="0"/>
                  </a:moveTo>
                  <a:cubicBezTo>
                    <a:pt x="2523" y="2323"/>
                    <a:pt x="308" y="4645"/>
                    <a:pt x="31" y="7277"/>
                  </a:cubicBezTo>
                  <a:cubicBezTo>
                    <a:pt x="-246" y="9910"/>
                    <a:pt x="1416" y="12852"/>
                    <a:pt x="3077" y="15019"/>
                  </a:cubicBezTo>
                  <a:cubicBezTo>
                    <a:pt x="4739" y="17187"/>
                    <a:pt x="6400" y="18581"/>
                    <a:pt x="9446" y="19548"/>
                  </a:cubicBezTo>
                  <a:cubicBezTo>
                    <a:pt x="12493" y="20516"/>
                    <a:pt x="16923" y="21058"/>
                    <a:pt x="21354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39" name="直线"/>
            <p:cNvSpPr/>
            <p:nvPr/>
          </p:nvSpPr>
          <p:spPr>
            <a:xfrm>
              <a:off x="15130801" y="6632169"/>
              <a:ext cx="114978" cy="29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40" name="直线"/>
            <p:cNvSpPr/>
            <p:nvPr/>
          </p:nvSpPr>
          <p:spPr>
            <a:xfrm>
              <a:off x="15186160" y="6781211"/>
              <a:ext cx="51102" cy="212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41" name="直线"/>
            <p:cNvSpPr/>
            <p:nvPr/>
          </p:nvSpPr>
          <p:spPr>
            <a:xfrm>
              <a:off x="15416175" y="6117244"/>
              <a:ext cx="106397" cy="260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3" h="21418" extrusionOk="0">
                  <a:moveTo>
                    <a:pt x="4250" y="2424"/>
                  </a:moveTo>
                  <a:cubicBezTo>
                    <a:pt x="4250" y="1723"/>
                    <a:pt x="4250" y="1023"/>
                    <a:pt x="5103" y="614"/>
                  </a:cubicBezTo>
                  <a:cubicBezTo>
                    <a:pt x="5956" y="206"/>
                    <a:pt x="7661" y="89"/>
                    <a:pt x="9224" y="30"/>
                  </a:cubicBezTo>
                  <a:cubicBezTo>
                    <a:pt x="10787" y="-28"/>
                    <a:pt x="12208" y="-28"/>
                    <a:pt x="13345" y="264"/>
                  </a:cubicBezTo>
                  <a:cubicBezTo>
                    <a:pt x="14482" y="556"/>
                    <a:pt x="15335" y="1140"/>
                    <a:pt x="15335" y="2541"/>
                  </a:cubicBezTo>
                  <a:cubicBezTo>
                    <a:pt x="15335" y="3942"/>
                    <a:pt x="14482" y="6160"/>
                    <a:pt x="11924" y="9137"/>
                  </a:cubicBezTo>
                  <a:cubicBezTo>
                    <a:pt x="9366" y="12115"/>
                    <a:pt x="5103" y="15851"/>
                    <a:pt x="2687" y="18069"/>
                  </a:cubicBezTo>
                  <a:cubicBezTo>
                    <a:pt x="271" y="20288"/>
                    <a:pt x="-297" y="20988"/>
                    <a:pt x="129" y="21280"/>
                  </a:cubicBezTo>
                  <a:cubicBezTo>
                    <a:pt x="556" y="21572"/>
                    <a:pt x="1977" y="21455"/>
                    <a:pt x="5671" y="20404"/>
                  </a:cubicBezTo>
                  <a:cubicBezTo>
                    <a:pt x="9366" y="19354"/>
                    <a:pt x="15335" y="17369"/>
                    <a:pt x="21303" y="1538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42" name="直线"/>
            <p:cNvSpPr/>
            <p:nvPr/>
          </p:nvSpPr>
          <p:spPr>
            <a:xfrm>
              <a:off x="15393401" y="6450210"/>
              <a:ext cx="183554" cy="3395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2" h="21527" extrusionOk="0">
                  <a:moveTo>
                    <a:pt x="1649" y="2627"/>
                  </a:moveTo>
                  <a:cubicBezTo>
                    <a:pt x="824" y="2807"/>
                    <a:pt x="0" y="2987"/>
                    <a:pt x="0" y="3077"/>
                  </a:cubicBezTo>
                  <a:cubicBezTo>
                    <a:pt x="0" y="3167"/>
                    <a:pt x="824" y="3167"/>
                    <a:pt x="3215" y="2717"/>
                  </a:cubicBezTo>
                  <a:cubicBezTo>
                    <a:pt x="5606" y="2267"/>
                    <a:pt x="9563" y="1367"/>
                    <a:pt x="12779" y="782"/>
                  </a:cubicBezTo>
                  <a:cubicBezTo>
                    <a:pt x="15994" y="197"/>
                    <a:pt x="18467" y="-73"/>
                    <a:pt x="19869" y="17"/>
                  </a:cubicBezTo>
                  <a:cubicBezTo>
                    <a:pt x="21270" y="107"/>
                    <a:pt x="21600" y="557"/>
                    <a:pt x="21105" y="1727"/>
                  </a:cubicBezTo>
                  <a:cubicBezTo>
                    <a:pt x="20611" y="2897"/>
                    <a:pt x="19292" y="4787"/>
                    <a:pt x="17395" y="7172"/>
                  </a:cubicBezTo>
                  <a:cubicBezTo>
                    <a:pt x="15499" y="9557"/>
                    <a:pt x="13026" y="12437"/>
                    <a:pt x="10882" y="14867"/>
                  </a:cubicBezTo>
                  <a:cubicBezTo>
                    <a:pt x="8739" y="17297"/>
                    <a:pt x="6925" y="19277"/>
                    <a:pt x="5771" y="20312"/>
                  </a:cubicBezTo>
                  <a:cubicBezTo>
                    <a:pt x="4617" y="21347"/>
                    <a:pt x="4122" y="21437"/>
                    <a:pt x="3627" y="2152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43" name="直线"/>
            <p:cNvSpPr/>
            <p:nvPr/>
          </p:nvSpPr>
          <p:spPr>
            <a:xfrm>
              <a:off x="15433146" y="6627910"/>
              <a:ext cx="259762" cy="149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069" y="4937"/>
                    <a:pt x="6138" y="9874"/>
                    <a:pt x="9738" y="13474"/>
                  </a:cubicBezTo>
                  <a:cubicBezTo>
                    <a:pt x="13338" y="17074"/>
                    <a:pt x="17469" y="19337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44" name="直线"/>
            <p:cNvSpPr/>
            <p:nvPr/>
          </p:nvSpPr>
          <p:spPr>
            <a:xfrm>
              <a:off x="16012285" y="6138197"/>
              <a:ext cx="132011" cy="85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6039" y="7200"/>
                    <a:pt x="12077" y="14400"/>
                    <a:pt x="15677" y="18000"/>
                  </a:cubicBezTo>
                  <a:cubicBezTo>
                    <a:pt x="19277" y="21600"/>
                    <a:pt x="20439" y="216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45" name="直线"/>
            <p:cNvSpPr/>
            <p:nvPr/>
          </p:nvSpPr>
          <p:spPr>
            <a:xfrm>
              <a:off x="16140036" y="6082838"/>
              <a:ext cx="93685" cy="80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46" name="直线"/>
            <p:cNvSpPr/>
            <p:nvPr/>
          </p:nvSpPr>
          <p:spPr>
            <a:xfrm>
              <a:off x="15973959" y="6206331"/>
              <a:ext cx="264021" cy="1277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716" y="18960"/>
                    <a:pt x="7432" y="16320"/>
                    <a:pt x="11032" y="12720"/>
                  </a:cubicBezTo>
                  <a:cubicBezTo>
                    <a:pt x="14632" y="9120"/>
                    <a:pt x="18116" y="456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47" name="直线"/>
            <p:cNvSpPr/>
            <p:nvPr/>
          </p:nvSpPr>
          <p:spPr>
            <a:xfrm>
              <a:off x="16098597" y="6033009"/>
              <a:ext cx="49957" cy="5012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6" h="21545" extrusionOk="0">
                  <a:moveTo>
                    <a:pt x="6716" y="1043"/>
                  </a:moveTo>
                  <a:cubicBezTo>
                    <a:pt x="3716" y="555"/>
                    <a:pt x="716" y="67"/>
                    <a:pt x="116" y="6"/>
                  </a:cubicBezTo>
                  <a:cubicBezTo>
                    <a:pt x="-484" y="-55"/>
                    <a:pt x="1316" y="311"/>
                    <a:pt x="3716" y="1592"/>
                  </a:cubicBezTo>
                  <a:cubicBezTo>
                    <a:pt x="6116" y="2874"/>
                    <a:pt x="9116" y="5070"/>
                    <a:pt x="11516" y="7359"/>
                  </a:cubicBezTo>
                  <a:cubicBezTo>
                    <a:pt x="13916" y="9647"/>
                    <a:pt x="15716" y="12026"/>
                    <a:pt x="17216" y="14406"/>
                  </a:cubicBezTo>
                  <a:cubicBezTo>
                    <a:pt x="18716" y="16786"/>
                    <a:pt x="19916" y="19165"/>
                    <a:pt x="21116" y="2154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48" name="直线"/>
            <p:cNvSpPr/>
            <p:nvPr/>
          </p:nvSpPr>
          <p:spPr>
            <a:xfrm>
              <a:off x="16029319" y="6294337"/>
              <a:ext cx="114977" cy="2356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01"/>
                  </a:moveTo>
                  <a:cubicBezTo>
                    <a:pt x="21600" y="651"/>
                    <a:pt x="21600" y="0"/>
                    <a:pt x="21467" y="0"/>
                  </a:cubicBezTo>
                  <a:cubicBezTo>
                    <a:pt x="21333" y="0"/>
                    <a:pt x="21067" y="651"/>
                    <a:pt x="19067" y="2928"/>
                  </a:cubicBezTo>
                  <a:cubicBezTo>
                    <a:pt x="17067" y="5205"/>
                    <a:pt x="13333" y="9108"/>
                    <a:pt x="9867" y="12492"/>
                  </a:cubicBezTo>
                  <a:cubicBezTo>
                    <a:pt x="6400" y="15875"/>
                    <a:pt x="3200" y="1873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49" name="直线"/>
            <p:cNvSpPr/>
            <p:nvPr/>
          </p:nvSpPr>
          <p:spPr>
            <a:xfrm>
              <a:off x="16076160" y="6462967"/>
              <a:ext cx="229953" cy="15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162" extrusionOk="0">
                  <a:moveTo>
                    <a:pt x="0" y="20162"/>
                  </a:moveTo>
                  <a:cubicBezTo>
                    <a:pt x="2533" y="11162"/>
                    <a:pt x="5067" y="2162"/>
                    <a:pt x="7733" y="362"/>
                  </a:cubicBezTo>
                  <a:cubicBezTo>
                    <a:pt x="10400" y="-1438"/>
                    <a:pt x="13200" y="3962"/>
                    <a:pt x="15533" y="5762"/>
                  </a:cubicBezTo>
                  <a:cubicBezTo>
                    <a:pt x="17867" y="7562"/>
                    <a:pt x="19733" y="5762"/>
                    <a:pt x="21600" y="396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0" name="直线"/>
            <p:cNvSpPr/>
            <p:nvPr/>
          </p:nvSpPr>
          <p:spPr>
            <a:xfrm>
              <a:off x="16126025" y="6551259"/>
              <a:ext cx="196453" cy="3264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2" h="21600" extrusionOk="0">
                  <a:moveTo>
                    <a:pt x="3351" y="0"/>
                  </a:moveTo>
                  <a:cubicBezTo>
                    <a:pt x="2431" y="2348"/>
                    <a:pt x="1512" y="4696"/>
                    <a:pt x="823" y="7278"/>
                  </a:cubicBezTo>
                  <a:cubicBezTo>
                    <a:pt x="134" y="9861"/>
                    <a:pt x="-326" y="12678"/>
                    <a:pt x="287" y="14744"/>
                  </a:cubicBezTo>
                  <a:cubicBezTo>
                    <a:pt x="900" y="16810"/>
                    <a:pt x="2585" y="18125"/>
                    <a:pt x="5955" y="19111"/>
                  </a:cubicBezTo>
                  <a:cubicBezTo>
                    <a:pt x="9325" y="20097"/>
                    <a:pt x="14380" y="20755"/>
                    <a:pt x="17368" y="21130"/>
                  </a:cubicBezTo>
                  <a:cubicBezTo>
                    <a:pt x="20355" y="21506"/>
                    <a:pt x="21274" y="21600"/>
                    <a:pt x="21197" y="21600"/>
                  </a:cubicBezTo>
                  <a:cubicBezTo>
                    <a:pt x="21121" y="21600"/>
                    <a:pt x="20048" y="21506"/>
                    <a:pt x="18976" y="2141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1" name="直线"/>
            <p:cNvSpPr/>
            <p:nvPr/>
          </p:nvSpPr>
          <p:spPr>
            <a:xfrm>
              <a:off x="16131519" y="6636427"/>
              <a:ext cx="101729" cy="281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5" h="21600" extrusionOk="0">
                  <a:moveTo>
                    <a:pt x="20416" y="0"/>
                  </a:moveTo>
                  <a:cubicBezTo>
                    <a:pt x="21008" y="2073"/>
                    <a:pt x="21600" y="4145"/>
                    <a:pt x="20860" y="6273"/>
                  </a:cubicBezTo>
                  <a:cubicBezTo>
                    <a:pt x="20121" y="8400"/>
                    <a:pt x="18049" y="10582"/>
                    <a:pt x="14351" y="13145"/>
                  </a:cubicBezTo>
                  <a:cubicBezTo>
                    <a:pt x="10652" y="15709"/>
                    <a:pt x="5326" y="1865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2" name="直线"/>
            <p:cNvSpPr/>
            <p:nvPr/>
          </p:nvSpPr>
          <p:spPr>
            <a:xfrm>
              <a:off x="15873178" y="6585326"/>
              <a:ext cx="445710" cy="2430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76" extrusionOk="0">
                  <a:moveTo>
                    <a:pt x="963" y="19477"/>
                  </a:moveTo>
                  <a:cubicBezTo>
                    <a:pt x="482" y="20102"/>
                    <a:pt x="0" y="20726"/>
                    <a:pt x="0" y="21101"/>
                  </a:cubicBezTo>
                  <a:cubicBezTo>
                    <a:pt x="0" y="21475"/>
                    <a:pt x="482" y="21600"/>
                    <a:pt x="1789" y="20601"/>
                  </a:cubicBezTo>
                  <a:cubicBezTo>
                    <a:pt x="3096" y="19602"/>
                    <a:pt x="5228" y="17480"/>
                    <a:pt x="7567" y="14920"/>
                  </a:cubicBezTo>
                  <a:cubicBezTo>
                    <a:pt x="9906" y="12361"/>
                    <a:pt x="12451" y="9364"/>
                    <a:pt x="14824" y="6805"/>
                  </a:cubicBezTo>
                  <a:cubicBezTo>
                    <a:pt x="17197" y="4245"/>
                    <a:pt x="19399" y="212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3" name="直线"/>
            <p:cNvSpPr/>
            <p:nvPr/>
          </p:nvSpPr>
          <p:spPr>
            <a:xfrm>
              <a:off x="16463673" y="6223364"/>
              <a:ext cx="285311" cy="222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08" extrusionOk="0">
                  <a:moveTo>
                    <a:pt x="0" y="0"/>
                  </a:moveTo>
                  <a:cubicBezTo>
                    <a:pt x="430" y="3418"/>
                    <a:pt x="860" y="6835"/>
                    <a:pt x="913" y="9980"/>
                  </a:cubicBezTo>
                  <a:cubicBezTo>
                    <a:pt x="967" y="13124"/>
                    <a:pt x="645" y="15995"/>
                    <a:pt x="430" y="17909"/>
                  </a:cubicBezTo>
                  <a:cubicBezTo>
                    <a:pt x="215" y="19823"/>
                    <a:pt x="107" y="20780"/>
                    <a:pt x="322" y="21190"/>
                  </a:cubicBezTo>
                  <a:cubicBezTo>
                    <a:pt x="537" y="21600"/>
                    <a:pt x="1075" y="21463"/>
                    <a:pt x="2794" y="20506"/>
                  </a:cubicBezTo>
                  <a:cubicBezTo>
                    <a:pt x="4513" y="19549"/>
                    <a:pt x="7415" y="17772"/>
                    <a:pt x="10424" y="15243"/>
                  </a:cubicBezTo>
                  <a:cubicBezTo>
                    <a:pt x="13433" y="12714"/>
                    <a:pt x="16549" y="9433"/>
                    <a:pt x="18430" y="7314"/>
                  </a:cubicBezTo>
                  <a:cubicBezTo>
                    <a:pt x="20310" y="5195"/>
                    <a:pt x="20955" y="4238"/>
                    <a:pt x="21600" y="328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4" name="直线"/>
            <p:cNvSpPr/>
            <p:nvPr/>
          </p:nvSpPr>
          <p:spPr>
            <a:xfrm>
              <a:off x="16395538" y="6457405"/>
              <a:ext cx="189068" cy="3590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0" h="21340" extrusionOk="0">
                  <a:moveTo>
                    <a:pt x="21278" y="1276"/>
                  </a:moveTo>
                  <a:cubicBezTo>
                    <a:pt x="21278" y="685"/>
                    <a:pt x="21278" y="95"/>
                    <a:pt x="21358" y="10"/>
                  </a:cubicBezTo>
                  <a:cubicBezTo>
                    <a:pt x="21439" y="-74"/>
                    <a:pt x="21600" y="348"/>
                    <a:pt x="21278" y="2120"/>
                  </a:cubicBezTo>
                  <a:cubicBezTo>
                    <a:pt x="20955" y="3892"/>
                    <a:pt x="20149" y="7013"/>
                    <a:pt x="18296" y="10009"/>
                  </a:cubicBezTo>
                  <a:cubicBezTo>
                    <a:pt x="16442" y="13004"/>
                    <a:pt x="13540" y="15873"/>
                    <a:pt x="10639" y="17813"/>
                  </a:cubicBezTo>
                  <a:cubicBezTo>
                    <a:pt x="7737" y="19754"/>
                    <a:pt x="4836" y="20767"/>
                    <a:pt x="3063" y="21146"/>
                  </a:cubicBezTo>
                  <a:cubicBezTo>
                    <a:pt x="1290" y="21526"/>
                    <a:pt x="645" y="21273"/>
                    <a:pt x="0" y="2102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5" name="直线"/>
            <p:cNvSpPr/>
            <p:nvPr/>
          </p:nvSpPr>
          <p:spPr>
            <a:xfrm>
              <a:off x="16425347" y="6619394"/>
              <a:ext cx="366221" cy="170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423" y="900"/>
                    <a:pt x="2847" y="1800"/>
                    <a:pt x="4814" y="4320"/>
                  </a:cubicBezTo>
                  <a:cubicBezTo>
                    <a:pt x="6781" y="6840"/>
                    <a:pt x="9293" y="10980"/>
                    <a:pt x="11763" y="13950"/>
                  </a:cubicBezTo>
                  <a:cubicBezTo>
                    <a:pt x="14233" y="16920"/>
                    <a:pt x="16660" y="18720"/>
                    <a:pt x="18293" y="19800"/>
                  </a:cubicBezTo>
                  <a:cubicBezTo>
                    <a:pt x="19926" y="20880"/>
                    <a:pt x="20763" y="2124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6" name="直线"/>
            <p:cNvSpPr/>
            <p:nvPr/>
          </p:nvSpPr>
          <p:spPr>
            <a:xfrm>
              <a:off x="17145013" y="5942312"/>
              <a:ext cx="123494" cy="51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717" y="4200"/>
                    <a:pt x="9434" y="8400"/>
                    <a:pt x="13034" y="12000"/>
                  </a:cubicBezTo>
                  <a:cubicBezTo>
                    <a:pt x="16634" y="15600"/>
                    <a:pt x="19117" y="186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7" name="直线"/>
            <p:cNvSpPr/>
            <p:nvPr/>
          </p:nvSpPr>
          <p:spPr>
            <a:xfrm>
              <a:off x="17017261" y="6133938"/>
              <a:ext cx="12776" cy="2342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9200" y="4582"/>
                    <a:pt x="16800" y="9164"/>
                    <a:pt x="13200" y="12764"/>
                  </a:cubicBezTo>
                  <a:cubicBezTo>
                    <a:pt x="9600" y="16364"/>
                    <a:pt x="4800" y="1898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8" name="直线"/>
            <p:cNvSpPr/>
            <p:nvPr/>
          </p:nvSpPr>
          <p:spPr>
            <a:xfrm>
              <a:off x="17187596" y="6081577"/>
              <a:ext cx="273726" cy="201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1" h="21432" extrusionOk="0">
                  <a:moveTo>
                    <a:pt x="0" y="11463"/>
                  </a:moveTo>
                  <a:cubicBezTo>
                    <a:pt x="4120" y="8593"/>
                    <a:pt x="8239" y="5723"/>
                    <a:pt x="11579" y="3835"/>
                  </a:cubicBezTo>
                  <a:cubicBezTo>
                    <a:pt x="14920" y="1947"/>
                    <a:pt x="17480" y="1040"/>
                    <a:pt x="19039" y="512"/>
                  </a:cubicBezTo>
                  <a:cubicBezTo>
                    <a:pt x="20598" y="-17"/>
                    <a:pt x="21155" y="-168"/>
                    <a:pt x="21377" y="210"/>
                  </a:cubicBezTo>
                  <a:cubicBezTo>
                    <a:pt x="21600" y="587"/>
                    <a:pt x="21489" y="1494"/>
                    <a:pt x="20320" y="4439"/>
                  </a:cubicBezTo>
                  <a:cubicBezTo>
                    <a:pt x="19151" y="7384"/>
                    <a:pt x="16924" y="12369"/>
                    <a:pt x="15421" y="15541"/>
                  </a:cubicBezTo>
                  <a:cubicBezTo>
                    <a:pt x="13918" y="18713"/>
                    <a:pt x="13138" y="20073"/>
                    <a:pt x="12359" y="2143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59" name="直线"/>
            <p:cNvSpPr/>
            <p:nvPr/>
          </p:nvSpPr>
          <p:spPr>
            <a:xfrm>
              <a:off x="17238697" y="6334082"/>
              <a:ext cx="149669" cy="3321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5" h="21600" extrusionOk="0">
                  <a:moveTo>
                    <a:pt x="0" y="0"/>
                  </a:moveTo>
                  <a:cubicBezTo>
                    <a:pt x="807" y="277"/>
                    <a:pt x="1615" y="554"/>
                    <a:pt x="2120" y="1200"/>
                  </a:cubicBezTo>
                  <a:cubicBezTo>
                    <a:pt x="2624" y="1846"/>
                    <a:pt x="2826" y="2862"/>
                    <a:pt x="3836" y="4200"/>
                  </a:cubicBezTo>
                  <a:cubicBezTo>
                    <a:pt x="4845" y="5538"/>
                    <a:pt x="6662" y="7200"/>
                    <a:pt x="9185" y="8446"/>
                  </a:cubicBezTo>
                  <a:cubicBezTo>
                    <a:pt x="11708" y="9692"/>
                    <a:pt x="14938" y="10523"/>
                    <a:pt x="17058" y="11077"/>
                  </a:cubicBezTo>
                  <a:cubicBezTo>
                    <a:pt x="19178" y="11631"/>
                    <a:pt x="20187" y="11908"/>
                    <a:pt x="20793" y="12277"/>
                  </a:cubicBezTo>
                  <a:cubicBezTo>
                    <a:pt x="21398" y="12646"/>
                    <a:pt x="21600" y="13108"/>
                    <a:pt x="20490" y="13985"/>
                  </a:cubicBezTo>
                  <a:cubicBezTo>
                    <a:pt x="19379" y="14862"/>
                    <a:pt x="16957" y="16154"/>
                    <a:pt x="13525" y="17492"/>
                  </a:cubicBezTo>
                  <a:cubicBezTo>
                    <a:pt x="10093" y="18831"/>
                    <a:pt x="5652" y="20215"/>
                    <a:pt x="1211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60" name="直线"/>
            <p:cNvSpPr/>
            <p:nvPr/>
          </p:nvSpPr>
          <p:spPr>
            <a:xfrm>
              <a:off x="17170563" y="6432025"/>
              <a:ext cx="272536" cy="166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150" y="18277"/>
                    <a:pt x="6300" y="14954"/>
                    <a:pt x="9900" y="11354"/>
                  </a:cubicBezTo>
                  <a:cubicBezTo>
                    <a:pt x="13500" y="7754"/>
                    <a:pt x="17550" y="387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61" name="直线"/>
            <p:cNvSpPr/>
            <p:nvPr/>
          </p:nvSpPr>
          <p:spPr>
            <a:xfrm>
              <a:off x="17685826" y="6112647"/>
              <a:ext cx="272537" cy="1234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713" y="18869"/>
                    <a:pt x="7425" y="16138"/>
                    <a:pt x="11025" y="12538"/>
                  </a:cubicBezTo>
                  <a:cubicBezTo>
                    <a:pt x="14625" y="8938"/>
                    <a:pt x="18113" y="446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62" name="直线"/>
            <p:cNvSpPr/>
            <p:nvPr/>
          </p:nvSpPr>
          <p:spPr>
            <a:xfrm>
              <a:off x="17811889" y="6014704"/>
              <a:ext cx="46587" cy="643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0" h="21559" extrusionOk="0">
                  <a:moveTo>
                    <a:pt x="10285" y="0"/>
                  </a:moveTo>
                  <a:cubicBezTo>
                    <a:pt x="7109" y="143"/>
                    <a:pt x="3932" y="285"/>
                    <a:pt x="2026" y="880"/>
                  </a:cubicBezTo>
                  <a:cubicBezTo>
                    <a:pt x="120" y="1475"/>
                    <a:pt x="-515" y="2522"/>
                    <a:pt x="438" y="3901"/>
                  </a:cubicBezTo>
                  <a:cubicBezTo>
                    <a:pt x="1391" y="5281"/>
                    <a:pt x="3932" y="6994"/>
                    <a:pt x="6473" y="8873"/>
                  </a:cubicBezTo>
                  <a:cubicBezTo>
                    <a:pt x="9014" y="10752"/>
                    <a:pt x="11556" y="12798"/>
                    <a:pt x="13461" y="14606"/>
                  </a:cubicBezTo>
                  <a:cubicBezTo>
                    <a:pt x="15367" y="16414"/>
                    <a:pt x="16638" y="17984"/>
                    <a:pt x="17273" y="18983"/>
                  </a:cubicBezTo>
                  <a:cubicBezTo>
                    <a:pt x="17909" y="19982"/>
                    <a:pt x="17909" y="20411"/>
                    <a:pt x="18544" y="20791"/>
                  </a:cubicBezTo>
                  <a:cubicBezTo>
                    <a:pt x="19179" y="21172"/>
                    <a:pt x="20450" y="21505"/>
                    <a:pt x="20767" y="21552"/>
                  </a:cubicBezTo>
                  <a:cubicBezTo>
                    <a:pt x="21085" y="21600"/>
                    <a:pt x="20450" y="21362"/>
                    <a:pt x="19497" y="21077"/>
                  </a:cubicBezTo>
                  <a:cubicBezTo>
                    <a:pt x="18544" y="20791"/>
                    <a:pt x="17273" y="20458"/>
                    <a:pt x="16003" y="2012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63" name="直线"/>
            <p:cNvSpPr/>
            <p:nvPr/>
          </p:nvSpPr>
          <p:spPr>
            <a:xfrm>
              <a:off x="17702860" y="6248915"/>
              <a:ext cx="178852" cy="2469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171" y="3476"/>
                    <a:pt x="14743" y="6952"/>
                    <a:pt x="11143" y="10552"/>
                  </a:cubicBezTo>
                  <a:cubicBezTo>
                    <a:pt x="7543" y="14152"/>
                    <a:pt x="3771" y="17876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64" name="直线"/>
            <p:cNvSpPr/>
            <p:nvPr/>
          </p:nvSpPr>
          <p:spPr>
            <a:xfrm>
              <a:off x="17847645" y="6414992"/>
              <a:ext cx="183110" cy="46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349" y="4582"/>
                    <a:pt x="6698" y="9164"/>
                    <a:pt x="10298" y="12764"/>
                  </a:cubicBezTo>
                  <a:cubicBezTo>
                    <a:pt x="13898" y="16364"/>
                    <a:pt x="17749" y="18982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65" name="直线"/>
            <p:cNvSpPr/>
            <p:nvPr/>
          </p:nvSpPr>
          <p:spPr>
            <a:xfrm>
              <a:off x="18145730" y="6108388"/>
              <a:ext cx="157562" cy="851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281" y="6480"/>
                    <a:pt x="8562" y="12960"/>
                    <a:pt x="12162" y="16560"/>
                  </a:cubicBezTo>
                  <a:cubicBezTo>
                    <a:pt x="15762" y="20160"/>
                    <a:pt x="18681" y="2088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66" name="直线"/>
            <p:cNvSpPr/>
            <p:nvPr/>
          </p:nvSpPr>
          <p:spPr>
            <a:xfrm>
              <a:off x="18283939" y="5993412"/>
              <a:ext cx="6577" cy="2086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5" h="21600" extrusionOk="0">
                  <a:moveTo>
                    <a:pt x="20015" y="0"/>
                  </a:moveTo>
                  <a:cubicBezTo>
                    <a:pt x="11375" y="4408"/>
                    <a:pt x="2735" y="8816"/>
                    <a:pt x="575" y="12416"/>
                  </a:cubicBezTo>
                  <a:cubicBezTo>
                    <a:pt x="-1585" y="16016"/>
                    <a:pt x="2735" y="18808"/>
                    <a:pt x="7055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67" name="直线"/>
            <p:cNvSpPr/>
            <p:nvPr/>
          </p:nvSpPr>
          <p:spPr>
            <a:xfrm>
              <a:off x="18249090" y="5999090"/>
              <a:ext cx="135458" cy="5862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3" h="21498" extrusionOk="0">
                  <a:moveTo>
                    <a:pt x="17673" y="729"/>
                  </a:moveTo>
                  <a:cubicBezTo>
                    <a:pt x="18775" y="364"/>
                    <a:pt x="19877" y="0"/>
                    <a:pt x="20538" y="0"/>
                  </a:cubicBezTo>
                  <a:cubicBezTo>
                    <a:pt x="21200" y="0"/>
                    <a:pt x="21420" y="364"/>
                    <a:pt x="19767" y="1275"/>
                  </a:cubicBezTo>
                  <a:cubicBezTo>
                    <a:pt x="18114" y="2186"/>
                    <a:pt x="14587" y="3643"/>
                    <a:pt x="11171" y="5049"/>
                  </a:cubicBezTo>
                  <a:cubicBezTo>
                    <a:pt x="7755" y="6454"/>
                    <a:pt x="4449" y="7807"/>
                    <a:pt x="2465" y="8588"/>
                  </a:cubicBezTo>
                  <a:cubicBezTo>
                    <a:pt x="481" y="9369"/>
                    <a:pt x="-180" y="9577"/>
                    <a:pt x="40" y="9629"/>
                  </a:cubicBezTo>
                  <a:cubicBezTo>
                    <a:pt x="261" y="9681"/>
                    <a:pt x="1363" y="9577"/>
                    <a:pt x="4118" y="9265"/>
                  </a:cubicBezTo>
                  <a:cubicBezTo>
                    <a:pt x="6873" y="8952"/>
                    <a:pt x="11281" y="8432"/>
                    <a:pt x="14147" y="8172"/>
                  </a:cubicBezTo>
                  <a:cubicBezTo>
                    <a:pt x="17012" y="7911"/>
                    <a:pt x="18334" y="7911"/>
                    <a:pt x="18996" y="8354"/>
                  </a:cubicBezTo>
                  <a:cubicBezTo>
                    <a:pt x="19657" y="8796"/>
                    <a:pt x="19657" y="9681"/>
                    <a:pt x="19216" y="11086"/>
                  </a:cubicBezTo>
                  <a:cubicBezTo>
                    <a:pt x="18775" y="12492"/>
                    <a:pt x="17894" y="14417"/>
                    <a:pt x="17342" y="16031"/>
                  </a:cubicBezTo>
                  <a:cubicBezTo>
                    <a:pt x="16791" y="17644"/>
                    <a:pt x="16571" y="18946"/>
                    <a:pt x="16461" y="19856"/>
                  </a:cubicBezTo>
                  <a:cubicBezTo>
                    <a:pt x="16351" y="20767"/>
                    <a:pt x="16351" y="21288"/>
                    <a:pt x="15800" y="21444"/>
                  </a:cubicBezTo>
                  <a:cubicBezTo>
                    <a:pt x="15249" y="21600"/>
                    <a:pt x="14147" y="21392"/>
                    <a:pt x="12934" y="21158"/>
                  </a:cubicBezTo>
                  <a:cubicBezTo>
                    <a:pt x="11722" y="20923"/>
                    <a:pt x="10400" y="20663"/>
                    <a:pt x="9077" y="2040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68" name="直线"/>
            <p:cNvSpPr/>
            <p:nvPr/>
          </p:nvSpPr>
          <p:spPr>
            <a:xfrm>
              <a:off x="18209606" y="6406475"/>
              <a:ext cx="85168" cy="127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69" name="直线"/>
            <p:cNvSpPr/>
            <p:nvPr/>
          </p:nvSpPr>
          <p:spPr>
            <a:xfrm>
              <a:off x="18203710" y="6504417"/>
              <a:ext cx="133648" cy="64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7" h="20742" extrusionOk="0">
                  <a:moveTo>
                    <a:pt x="7083" y="0"/>
                  </a:moveTo>
                  <a:cubicBezTo>
                    <a:pt x="5264" y="3677"/>
                    <a:pt x="3445" y="7353"/>
                    <a:pt x="2081" y="10800"/>
                  </a:cubicBezTo>
                  <a:cubicBezTo>
                    <a:pt x="716" y="14247"/>
                    <a:pt x="-193" y="17464"/>
                    <a:pt x="34" y="19302"/>
                  </a:cubicBezTo>
                  <a:cubicBezTo>
                    <a:pt x="262" y="21140"/>
                    <a:pt x="1626" y="21600"/>
                    <a:pt x="5378" y="18383"/>
                  </a:cubicBezTo>
                  <a:cubicBezTo>
                    <a:pt x="9129" y="15166"/>
                    <a:pt x="15268" y="8272"/>
                    <a:pt x="21407" y="137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70" name="直线"/>
            <p:cNvSpPr/>
            <p:nvPr/>
          </p:nvSpPr>
          <p:spPr>
            <a:xfrm>
              <a:off x="18852620" y="5771977"/>
              <a:ext cx="97944" cy="255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71" name="直线"/>
            <p:cNvSpPr/>
            <p:nvPr/>
          </p:nvSpPr>
          <p:spPr>
            <a:xfrm>
              <a:off x="18720950" y="5852886"/>
              <a:ext cx="20954" cy="191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6" h="21600" extrusionOk="0">
                  <a:moveTo>
                    <a:pt x="21256" y="0"/>
                  </a:moveTo>
                  <a:cubicBezTo>
                    <a:pt x="14056" y="5440"/>
                    <a:pt x="6856" y="10880"/>
                    <a:pt x="3256" y="14400"/>
                  </a:cubicBezTo>
                  <a:cubicBezTo>
                    <a:pt x="-344" y="17920"/>
                    <a:pt x="-344" y="19520"/>
                    <a:pt x="376" y="20400"/>
                  </a:cubicBezTo>
                  <a:cubicBezTo>
                    <a:pt x="1096" y="21280"/>
                    <a:pt x="2536" y="21440"/>
                    <a:pt x="3976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72" name="直线"/>
            <p:cNvSpPr/>
            <p:nvPr/>
          </p:nvSpPr>
          <p:spPr>
            <a:xfrm>
              <a:off x="18746161" y="5830142"/>
              <a:ext cx="416346" cy="1547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6" h="21408" extrusionOk="0">
                  <a:moveTo>
                    <a:pt x="0" y="21408"/>
                  </a:moveTo>
                  <a:cubicBezTo>
                    <a:pt x="293" y="19641"/>
                    <a:pt x="586" y="17873"/>
                    <a:pt x="2050" y="15713"/>
                  </a:cubicBezTo>
                  <a:cubicBezTo>
                    <a:pt x="3515" y="13553"/>
                    <a:pt x="6151" y="11001"/>
                    <a:pt x="8896" y="8546"/>
                  </a:cubicBezTo>
                  <a:cubicBezTo>
                    <a:pt x="11642" y="6092"/>
                    <a:pt x="14498" y="3735"/>
                    <a:pt x="16365" y="2361"/>
                  </a:cubicBezTo>
                  <a:cubicBezTo>
                    <a:pt x="18232" y="986"/>
                    <a:pt x="19111" y="593"/>
                    <a:pt x="19843" y="299"/>
                  </a:cubicBezTo>
                  <a:cubicBezTo>
                    <a:pt x="20575" y="4"/>
                    <a:pt x="21161" y="-192"/>
                    <a:pt x="21380" y="299"/>
                  </a:cubicBezTo>
                  <a:cubicBezTo>
                    <a:pt x="21600" y="790"/>
                    <a:pt x="21454" y="1968"/>
                    <a:pt x="20831" y="4619"/>
                  </a:cubicBezTo>
                  <a:cubicBezTo>
                    <a:pt x="20209" y="7270"/>
                    <a:pt x="19111" y="11393"/>
                    <a:pt x="18232" y="14437"/>
                  </a:cubicBezTo>
                  <a:cubicBezTo>
                    <a:pt x="17353" y="17481"/>
                    <a:pt x="16694" y="19444"/>
                    <a:pt x="16035" y="2140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73" name="直线"/>
            <p:cNvSpPr/>
            <p:nvPr/>
          </p:nvSpPr>
          <p:spPr>
            <a:xfrm>
              <a:off x="18886638" y="6040254"/>
              <a:ext cx="217227" cy="2569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6" h="21364" extrusionOk="0">
                  <a:moveTo>
                    <a:pt x="3767" y="0"/>
                  </a:moveTo>
                  <a:cubicBezTo>
                    <a:pt x="2374" y="3423"/>
                    <a:pt x="980" y="6846"/>
                    <a:pt x="353" y="9915"/>
                  </a:cubicBezTo>
                  <a:cubicBezTo>
                    <a:pt x="-274" y="12984"/>
                    <a:pt x="-135" y="15698"/>
                    <a:pt x="1329" y="17646"/>
                  </a:cubicBezTo>
                  <a:cubicBezTo>
                    <a:pt x="2792" y="19593"/>
                    <a:pt x="5579" y="20774"/>
                    <a:pt x="8645" y="21187"/>
                  </a:cubicBezTo>
                  <a:cubicBezTo>
                    <a:pt x="11711" y="21600"/>
                    <a:pt x="15055" y="21246"/>
                    <a:pt x="17215" y="20597"/>
                  </a:cubicBezTo>
                  <a:cubicBezTo>
                    <a:pt x="19375" y="19948"/>
                    <a:pt x="20351" y="19003"/>
                    <a:pt x="21326" y="1805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74" name="直线"/>
            <p:cNvSpPr/>
            <p:nvPr/>
          </p:nvSpPr>
          <p:spPr>
            <a:xfrm>
              <a:off x="18805779" y="6129680"/>
              <a:ext cx="208661" cy="255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9249" y="3600"/>
                    <a:pt x="16898" y="7200"/>
                    <a:pt x="14253" y="10440"/>
                  </a:cubicBezTo>
                  <a:cubicBezTo>
                    <a:pt x="11608" y="13680"/>
                    <a:pt x="8669" y="16560"/>
                    <a:pt x="6245" y="18360"/>
                  </a:cubicBezTo>
                  <a:cubicBezTo>
                    <a:pt x="3820" y="20160"/>
                    <a:pt x="1910" y="2088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75" name="直线"/>
            <p:cNvSpPr/>
            <p:nvPr/>
          </p:nvSpPr>
          <p:spPr>
            <a:xfrm>
              <a:off x="18716353" y="6061547"/>
              <a:ext cx="438613" cy="153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097" y="19800"/>
                    <a:pt x="4194" y="18000"/>
                    <a:pt x="6606" y="15500"/>
                  </a:cubicBezTo>
                  <a:cubicBezTo>
                    <a:pt x="9017" y="13000"/>
                    <a:pt x="11744" y="9800"/>
                    <a:pt x="14295" y="7100"/>
                  </a:cubicBezTo>
                  <a:cubicBezTo>
                    <a:pt x="16847" y="4400"/>
                    <a:pt x="19223" y="2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76" name="直线"/>
            <p:cNvSpPr/>
            <p:nvPr/>
          </p:nvSpPr>
          <p:spPr>
            <a:xfrm>
              <a:off x="18712094" y="6368149"/>
              <a:ext cx="438614" cy="153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957" y="20400"/>
                    <a:pt x="3915" y="19200"/>
                    <a:pt x="6117" y="17300"/>
                  </a:cubicBezTo>
                  <a:cubicBezTo>
                    <a:pt x="8318" y="15400"/>
                    <a:pt x="10765" y="12800"/>
                    <a:pt x="13142" y="10600"/>
                  </a:cubicBezTo>
                  <a:cubicBezTo>
                    <a:pt x="15518" y="8400"/>
                    <a:pt x="17825" y="6600"/>
                    <a:pt x="19223" y="4900"/>
                  </a:cubicBezTo>
                  <a:cubicBezTo>
                    <a:pt x="20621" y="3200"/>
                    <a:pt x="21111" y="1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77" name="直线"/>
            <p:cNvSpPr/>
            <p:nvPr/>
          </p:nvSpPr>
          <p:spPr>
            <a:xfrm>
              <a:off x="18976113" y="6385183"/>
              <a:ext cx="17035" cy="4300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1" y="0"/>
                  </a:moveTo>
                  <a:cubicBezTo>
                    <a:pt x="5400" y="2139"/>
                    <a:pt x="0" y="4277"/>
                    <a:pt x="0" y="6238"/>
                  </a:cubicBezTo>
                  <a:cubicBezTo>
                    <a:pt x="0" y="8198"/>
                    <a:pt x="5400" y="9980"/>
                    <a:pt x="9000" y="12261"/>
                  </a:cubicBezTo>
                  <a:cubicBezTo>
                    <a:pt x="12600" y="14543"/>
                    <a:pt x="14400" y="17323"/>
                    <a:pt x="16200" y="18962"/>
                  </a:cubicBezTo>
                  <a:cubicBezTo>
                    <a:pt x="18000" y="20602"/>
                    <a:pt x="19800" y="21101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78" name="直线"/>
            <p:cNvSpPr/>
            <p:nvPr/>
          </p:nvSpPr>
          <p:spPr>
            <a:xfrm>
              <a:off x="18754679" y="6521451"/>
              <a:ext cx="234211" cy="234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815" y="0"/>
                    <a:pt x="20029" y="0"/>
                    <a:pt x="18916" y="1047"/>
                  </a:cubicBezTo>
                  <a:cubicBezTo>
                    <a:pt x="17804" y="2095"/>
                    <a:pt x="16364" y="4189"/>
                    <a:pt x="14138" y="6807"/>
                  </a:cubicBezTo>
                  <a:cubicBezTo>
                    <a:pt x="11913" y="9425"/>
                    <a:pt x="8902" y="12567"/>
                    <a:pt x="6676" y="14858"/>
                  </a:cubicBezTo>
                  <a:cubicBezTo>
                    <a:pt x="4451" y="17149"/>
                    <a:pt x="3011" y="18589"/>
                    <a:pt x="2029" y="19571"/>
                  </a:cubicBezTo>
                  <a:cubicBezTo>
                    <a:pt x="1047" y="20553"/>
                    <a:pt x="524" y="21076"/>
                    <a:pt x="262" y="21338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79" name="直线"/>
            <p:cNvSpPr/>
            <p:nvPr/>
          </p:nvSpPr>
          <p:spPr>
            <a:xfrm>
              <a:off x="19031472" y="6598101"/>
              <a:ext cx="238470" cy="59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600" y="6171"/>
                    <a:pt x="7200" y="12343"/>
                    <a:pt x="10800" y="15943"/>
                  </a:cubicBezTo>
                  <a:cubicBezTo>
                    <a:pt x="14400" y="19543"/>
                    <a:pt x="18000" y="20571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80" name="直线"/>
            <p:cNvSpPr/>
            <p:nvPr/>
          </p:nvSpPr>
          <p:spPr>
            <a:xfrm>
              <a:off x="19606353" y="6627910"/>
              <a:ext cx="4259" cy="638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81" name="直线"/>
            <p:cNvSpPr/>
            <p:nvPr/>
          </p:nvSpPr>
          <p:spPr>
            <a:xfrm>
              <a:off x="20111958" y="5866521"/>
              <a:ext cx="162961" cy="1649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7" h="21451" extrusionOk="0">
                  <a:moveTo>
                    <a:pt x="2384" y="2103"/>
                  </a:moveTo>
                  <a:cubicBezTo>
                    <a:pt x="1639" y="1365"/>
                    <a:pt x="894" y="626"/>
                    <a:pt x="1173" y="257"/>
                  </a:cubicBezTo>
                  <a:cubicBezTo>
                    <a:pt x="1453" y="-112"/>
                    <a:pt x="2756" y="-112"/>
                    <a:pt x="5549" y="442"/>
                  </a:cubicBezTo>
                  <a:cubicBezTo>
                    <a:pt x="8342" y="996"/>
                    <a:pt x="12625" y="2103"/>
                    <a:pt x="15046" y="3580"/>
                  </a:cubicBezTo>
                  <a:cubicBezTo>
                    <a:pt x="17467" y="5057"/>
                    <a:pt x="18025" y="6903"/>
                    <a:pt x="17001" y="9026"/>
                  </a:cubicBezTo>
                  <a:cubicBezTo>
                    <a:pt x="15977" y="11150"/>
                    <a:pt x="13370" y="13550"/>
                    <a:pt x="10484" y="15396"/>
                  </a:cubicBezTo>
                  <a:cubicBezTo>
                    <a:pt x="7598" y="17242"/>
                    <a:pt x="4432" y="18534"/>
                    <a:pt x="2477" y="19457"/>
                  </a:cubicBezTo>
                  <a:cubicBezTo>
                    <a:pt x="522" y="20380"/>
                    <a:pt x="-223" y="20934"/>
                    <a:pt x="56" y="21211"/>
                  </a:cubicBezTo>
                  <a:cubicBezTo>
                    <a:pt x="336" y="21488"/>
                    <a:pt x="1639" y="21488"/>
                    <a:pt x="5363" y="21396"/>
                  </a:cubicBezTo>
                  <a:cubicBezTo>
                    <a:pt x="9087" y="21303"/>
                    <a:pt x="15232" y="21119"/>
                    <a:pt x="21377" y="2093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82" name="直线"/>
            <p:cNvSpPr/>
            <p:nvPr/>
          </p:nvSpPr>
          <p:spPr>
            <a:xfrm>
              <a:off x="20085248" y="6155231"/>
              <a:ext cx="53402" cy="349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4" h="21600" extrusionOk="0">
                  <a:moveTo>
                    <a:pt x="21384" y="0"/>
                  </a:moveTo>
                  <a:cubicBezTo>
                    <a:pt x="15131" y="2634"/>
                    <a:pt x="8879" y="5268"/>
                    <a:pt x="5184" y="8298"/>
                  </a:cubicBezTo>
                  <a:cubicBezTo>
                    <a:pt x="1489" y="11327"/>
                    <a:pt x="352" y="14751"/>
                    <a:pt x="68" y="16859"/>
                  </a:cubicBezTo>
                  <a:cubicBezTo>
                    <a:pt x="-216" y="18966"/>
                    <a:pt x="352" y="19756"/>
                    <a:pt x="2342" y="20327"/>
                  </a:cubicBezTo>
                  <a:cubicBezTo>
                    <a:pt x="4331" y="20898"/>
                    <a:pt x="7742" y="21249"/>
                    <a:pt x="11152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83" name="直线"/>
            <p:cNvSpPr/>
            <p:nvPr/>
          </p:nvSpPr>
          <p:spPr>
            <a:xfrm>
              <a:off x="20155683" y="6063486"/>
              <a:ext cx="252955" cy="479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4" h="21513" extrusionOk="0">
                  <a:moveTo>
                    <a:pt x="0" y="5265"/>
                  </a:moveTo>
                  <a:cubicBezTo>
                    <a:pt x="2172" y="4118"/>
                    <a:pt x="4344" y="2971"/>
                    <a:pt x="7421" y="2079"/>
                  </a:cubicBezTo>
                  <a:cubicBezTo>
                    <a:pt x="10498" y="1187"/>
                    <a:pt x="14480" y="550"/>
                    <a:pt x="16773" y="232"/>
                  </a:cubicBezTo>
                  <a:cubicBezTo>
                    <a:pt x="19066" y="-87"/>
                    <a:pt x="19669" y="-87"/>
                    <a:pt x="20212" y="295"/>
                  </a:cubicBezTo>
                  <a:cubicBezTo>
                    <a:pt x="20755" y="678"/>
                    <a:pt x="21238" y="1442"/>
                    <a:pt x="21419" y="2971"/>
                  </a:cubicBezTo>
                  <a:cubicBezTo>
                    <a:pt x="21600" y="4501"/>
                    <a:pt x="21479" y="6794"/>
                    <a:pt x="21178" y="9120"/>
                  </a:cubicBezTo>
                  <a:cubicBezTo>
                    <a:pt x="20876" y="11446"/>
                    <a:pt x="20393" y="13803"/>
                    <a:pt x="20031" y="15874"/>
                  </a:cubicBezTo>
                  <a:cubicBezTo>
                    <a:pt x="19669" y="17945"/>
                    <a:pt x="19428" y="19729"/>
                    <a:pt x="19187" y="2151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84" name="直线"/>
            <p:cNvSpPr/>
            <p:nvPr/>
          </p:nvSpPr>
          <p:spPr>
            <a:xfrm>
              <a:off x="20215300" y="6274465"/>
              <a:ext cx="80910" cy="59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895" y="15429"/>
                    <a:pt x="3790" y="9257"/>
                    <a:pt x="7390" y="5657"/>
                  </a:cubicBezTo>
                  <a:cubicBezTo>
                    <a:pt x="10990" y="2057"/>
                    <a:pt x="16295" y="102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85" name="直线"/>
            <p:cNvSpPr/>
            <p:nvPr/>
          </p:nvSpPr>
          <p:spPr>
            <a:xfrm>
              <a:off x="20211042" y="6397958"/>
              <a:ext cx="72393" cy="17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86" name="直线"/>
            <p:cNvSpPr/>
            <p:nvPr/>
          </p:nvSpPr>
          <p:spPr>
            <a:xfrm>
              <a:off x="20257884" y="6248915"/>
              <a:ext cx="8518" cy="217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4800"/>
                    <a:pt x="7200" y="9600"/>
                    <a:pt x="3600" y="13200"/>
                  </a:cubicBezTo>
                  <a:cubicBezTo>
                    <a:pt x="0" y="16800"/>
                    <a:pt x="0" y="19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87" name="直线"/>
            <p:cNvSpPr/>
            <p:nvPr/>
          </p:nvSpPr>
          <p:spPr>
            <a:xfrm>
              <a:off x="19773495" y="6010446"/>
              <a:ext cx="41519" cy="68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60" h="21600" extrusionOk="0">
                  <a:moveTo>
                    <a:pt x="8100" y="0"/>
                  </a:moveTo>
                  <a:cubicBezTo>
                    <a:pt x="5220" y="1350"/>
                    <a:pt x="2340" y="2700"/>
                    <a:pt x="900" y="4500"/>
                  </a:cubicBezTo>
                  <a:cubicBezTo>
                    <a:pt x="-540" y="6300"/>
                    <a:pt x="-540" y="8550"/>
                    <a:pt x="3060" y="11475"/>
                  </a:cubicBezTo>
                  <a:cubicBezTo>
                    <a:pt x="6660" y="14400"/>
                    <a:pt x="13860" y="18000"/>
                    <a:pt x="2106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88" name="直线"/>
            <p:cNvSpPr/>
            <p:nvPr/>
          </p:nvSpPr>
          <p:spPr>
            <a:xfrm>
              <a:off x="19789462" y="6223364"/>
              <a:ext cx="757992" cy="473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17" extrusionOk="0">
                  <a:moveTo>
                    <a:pt x="0" y="0"/>
                  </a:moveTo>
                  <a:cubicBezTo>
                    <a:pt x="485" y="322"/>
                    <a:pt x="971" y="645"/>
                    <a:pt x="1294" y="935"/>
                  </a:cubicBezTo>
                  <a:cubicBezTo>
                    <a:pt x="1618" y="1225"/>
                    <a:pt x="1780" y="1483"/>
                    <a:pt x="1820" y="1967"/>
                  </a:cubicBezTo>
                  <a:cubicBezTo>
                    <a:pt x="1861" y="2450"/>
                    <a:pt x="1780" y="3159"/>
                    <a:pt x="1557" y="4256"/>
                  </a:cubicBezTo>
                  <a:cubicBezTo>
                    <a:pt x="1335" y="5352"/>
                    <a:pt x="971" y="6835"/>
                    <a:pt x="789" y="7834"/>
                  </a:cubicBezTo>
                  <a:cubicBezTo>
                    <a:pt x="607" y="8833"/>
                    <a:pt x="607" y="9349"/>
                    <a:pt x="809" y="9833"/>
                  </a:cubicBezTo>
                  <a:cubicBezTo>
                    <a:pt x="1011" y="10316"/>
                    <a:pt x="1416" y="10768"/>
                    <a:pt x="1962" y="11251"/>
                  </a:cubicBezTo>
                  <a:cubicBezTo>
                    <a:pt x="2508" y="11735"/>
                    <a:pt x="3196" y="12251"/>
                    <a:pt x="3620" y="12670"/>
                  </a:cubicBezTo>
                  <a:cubicBezTo>
                    <a:pt x="4045" y="13089"/>
                    <a:pt x="4207" y="13411"/>
                    <a:pt x="4227" y="13992"/>
                  </a:cubicBezTo>
                  <a:cubicBezTo>
                    <a:pt x="4247" y="14572"/>
                    <a:pt x="4126" y="15410"/>
                    <a:pt x="3822" y="16216"/>
                  </a:cubicBezTo>
                  <a:cubicBezTo>
                    <a:pt x="3519" y="17022"/>
                    <a:pt x="3034" y="17796"/>
                    <a:pt x="2730" y="18408"/>
                  </a:cubicBezTo>
                  <a:cubicBezTo>
                    <a:pt x="2427" y="19021"/>
                    <a:pt x="2306" y="19472"/>
                    <a:pt x="2326" y="19795"/>
                  </a:cubicBezTo>
                  <a:cubicBezTo>
                    <a:pt x="2346" y="20117"/>
                    <a:pt x="2508" y="20310"/>
                    <a:pt x="3175" y="20568"/>
                  </a:cubicBezTo>
                  <a:cubicBezTo>
                    <a:pt x="3843" y="20826"/>
                    <a:pt x="5016" y="21149"/>
                    <a:pt x="6371" y="21342"/>
                  </a:cubicBezTo>
                  <a:cubicBezTo>
                    <a:pt x="7726" y="21536"/>
                    <a:pt x="9263" y="21600"/>
                    <a:pt x="10820" y="21374"/>
                  </a:cubicBezTo>
                  <a:cubicBezTo>
                    <a:pt x="12378" y="21149"/>
                    <a:pt x="13955" y="20633"/>
                    <a:pt x="15533" y="20149"/>
                  </a:cubicBezTo>
                  <a:cubicBezTo>
                    <a:pt x="17110" y="19666"/>
                    <a:pt x="18688" y="19214"/>
                    <a:pt x="19699" y="19085"/>
                  </a:cubicBezTo>
                  <a:cubicBezTo>
                    <a:pt x="20710" y="18956"/>
                    <a:pt x="21155" y="19150"/>
                    <a:pt x="21600" y="1934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89" name="直线"/>
            <p:cNvSpPr/>
            <p:nvPr/>
          </p:nvSpPr>
          <p:spPr>
            <a:xfrm>
              <a:off x="20950867" y="5946570"/>
              <a:ext cx="495105" cy="191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4" h="21600" extrusionOk="0">
                  <a:moveTo>
                    <a:pt x="602" y="21600"/>
                  </a:moveTo>
                  <a:cubicBezTo>
                    <a:pt x="233" y="21120"/>
                    <a:pt x="-136" y="20640"/>
                    <a:pt x="49" y="20160"/>
                  </a:cubicBezTo>
                  <a:cubicBezTo>
                    <a:pt x="233" y="19680"/>
                    <a:pt x="972" y="19200"/>
                    <a:pt x="2387" y="18000"/>
                  </a:cubicBezTo>
                  <a:cubicBezTo>
                    <a:pt x="3802" y="16800"/>
                    <a:pt x="5895" y="14880"/>
                    <a:pt x="8049" y="12800"/>
                  </a:cubicBezTo>
                  <a:cubicBezTo>
                    <a:pt x="10202" y="10720"/>
                    <a:pt x="12418" y="8480"/>
                    <a:pt x="14664" y="6320"/>
                  </a:cubicBezTo>
                  <a:cubicBezTo>
                    <a:pt x="16910" y="4160"/>
                    <a:pt x="19187" y="2080"/>
                    <a:pt x="21464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90" name="直线"/>
            <p:cNvSpPr/>
            <p:nvPr/>
          </p:nvSpPr>
          <p:spPr>
            <a:xfrm>
              <a:off x="21181952" y="5865661"/>
              <a:ext cx="21292" cy="4854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63"/>
                    <a:pt x="7200" y="126"/>
                    <a:pt x="3600" y="568"/>
                  </a:cubicBezTo>
                  <a:cubicBezTo>
                    <a:pt x="0" y="1011"/>
                    <a:pt x="0" y="1832"/>
                    <a:pt x="0" y="3442"/>
                  </a:cubicBezTo>
                  <a:cubicBezTo>
                    <a:pt x="0" y="5053"/>
                    <a:pt x="0" y="7453"/>
                    <a:pt x="0" y="9853"/>
                  </a:cubicBezTo>
                  <a:cubicBezTo>
                    <a:pt x="0" y="12253"/>
                    <a:pt x="0" y="14653"/>
                    <a:pt x="2880" y="16611"/>
                  </a:cubicBezTo>
                  <a:cubicBezTo>
                    <a:pt x="5760" y="18568"/>
                    <a:pt x="11520" y="20084"/>
                    <a:pt x="1728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91" name="直线"/>
            <p:cNvSpPr/>
            <p:nvPr/>
          </p:nvSpPr>
          <p:spPr>
            <a:xfrm>
              <a:off x="21113818" y="6214848"/>
              <a:ext cx="114976" cy="85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92" name="直线"/>
            <p:cNvSpPr/>
            <p:nvPr/>
          </p:nvSpPr>
          <p:spPr>
            <a:xfrm>
              <a:off x="20780905" y="5929537"/>
              <a:ext cx="51861" cy="127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8" h="21600" extrusionOk="0">
                  <a:moveTo>
                    <a:pt x="16074" y="0"/>
                  </a:moveTo>
                  <a:cubicBezTo>
                    <a:pt x="12571" y="0"/>
                    <a:pt x="9068" y="0"/>
                    <a:pt x="5858" y="0"/>
                  </a:cubicBezTo>
                  <a:cubicBezTo>
                    <a:pt x="2647" y="0"/>
                    <a:pt x="-272" y="0"/>
                    <a:pt x="20" y="2400"/>
                  </a:cubicBezTo>
                  <a:cubicBezTo>
                    <a:pt x="312" y="4800"/>
                    <a:pt x="3814" y="9600"/>
                    <a:pt x="7901" y="13200"/>
                  </a:cubicBezTo>
                  <a:cubicBezTo>
                    <a:pt x="11987" y="16800"/>
                    <a:pt x="16658" y="19200"/>
                    <a:pt x="21328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93" name="直线"/>
            <p:cNvSpPr/>
            <p:nvPr/>
          </p:nvSpPr>
          <p:spPr>
            <a:xfrm>
              <a:off x="20784653" y="6112647"/>
              <a:ext cx="712419" cy="476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3" h="21600" extrusionOk="0">
                  <a:moveTo>
                    <a:pt x="39" y="0"/>
                  </a:moveTo>
                  <a:cubicBezTo>
                    <a:pt x="-4" y="386"/>
                    <a:pt x="-47" y="771"/>
                    <a:pt x="125" y="1286"/>
                  </a:cubicBezTo>
                  <a:cubicBezTo>
                    <a:pt x="297" y="1800"/>
                    <a:pt x="683" y="2443"/>
                    <a:pt x="962" y="3054"/>
                  </a:cubicBezTo>
                  <a:cubicBezTo>
                    <a:pt x="1241" y="3664"/>
                    <a:pt x="1413" y="4243"/>
                    <a:pt x="1413" y="4854"/>
                  </a:cubicBezTo>
                  <a:cubicBezTo>
                    <a:pt x="1413" y="5464"/>
                    <a:pt x="1241" y="6107"/>
                    <a:pt x="1091" y="6846"/>
                  </a:cubicBezTo>
                  <a:cubicBezTo>
                    <a:pt x="941" y="7586"/>
                    <a:pt x="812" y="8421"/>
                    <a:pt x="984" y="9064"/>
                  </a:cubicBezTo>
                  <a:cubicBezTo>
                    <a:pt x="1155" y="9707"/>
                    <a:pt x="1628" y="10157"/>
                    <a:pt x="2057" y="10607"/>
                  </a:cubicBezTo>
                  <a:cubicBezTo>
                    <a:pt x="2487" y="11057"/>
                    <a:pt x="2873" y="11507"/>
                    <a:pt x="3088" y="11893"/>
                  </a:cubicBezTo>
                  <a:cubicBezTo>
                    <a:pt x="3302" y="12279"/>
                    <a:pt x="3345" y="12600"/>
                    <a:pt x="3174" y="13179"/>
                  </a:cubicBezTo>
                  <a:cubicBezTo>
                    <a:pt x="3002" y="13757"/>
                    <a:pt x="2615" y="14593"/>
                    <a:pt x="2250" y="15236"/>
                  </a:cubicBezTo>
                  <a:cubicBezTo>
                    <a:pt x="1885" y="15879"/>
                    <a:pt x="1542" y="16329"/>
                    <a:pt x="1327" y="16714"/>
                  </a:cubicBezTo>
                  <a:cubicBezTo>
                    <a:pt x="1112" y="17100"/>
                    <a:pt x="1027" y="17421"/>
                    <a:pt x="1134" y="17679"/>
                  </a:cubicBezTo>
                  <a:cubicBezTo>
                    <a:pt x="1241" y="17936"/>
                    <a:pt x="1542" y="18129"/>
                    <a:pt x="2401" y="18450"/>
                  </a:cubicBezTo>
                  <a:cubicBezTo>
                    <a:pt x="3260" y="18771"/>
                    <a:pt x="4677" y="19221"/>
                    <a:pt x="6287" y="19446"/>
                  </a:cubicBezTo>
                  <a:cubicBezTo>
                    <a:pt x="7897" y="19671"/>
                    <a:pt x="9701" y="19671"/>
                    <a:pt x="11526" y="19639"/>
                  </a:cubicBezTo>
                  <a:cubicBezTo>
                    <a:pt x="13351" y="19607"/>
                    <a:pt x="15198" y="19543"/>
                    <a:pt x="16765" y="19704"/>
                  </a:cubicBezTo>
                  <a:cubicBezTo>
                    <a:pt x="18332" y="19864"/>
                    <a:pt x="19621" y="20250"/>
                    <a:pt x="20372" y="20604"/>
                  </a:cubicBezTo>
                  <a:cubicBezTo>
                    <a:pt x="21124" y="20957"/>
                    <a:pt x="21338" y="21279"/>
                    <a:pt x="21553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94" name="直线"/>
            <p:cNvSpPr/>
            <p:nvPr/>
          </p:nvSpPr>
          <p:spPr>
            <a:xfrm>
              <a:off x="14901114" y="7712574"/>
              <a:ext cx="153746" cy="43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755" y="18720"/>
                    <a:pt x="9509" y="15840"/>
                    <a:pt x="13109" y="12240"/>
                  </a:cubicBezTo>
                  <a:cubicBezTo>
                    <a:pt x="16709" y="8640"/>
                    <a:pt x="19155" y="432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95" name="直线"/>
            <p:cNvSpPr/>
            <p:nvPr/>
          </p:nvSpPr>
          <p:spPr>
            <a:xfrm>
              <a:off x="14988528" y="7653523"/>
              <a:ext cx="17017" cy="230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8" h="21516" extrusionOk="0">
                  <a:moveTo>
                    <a:pt x="21118" y="97"/>
                  </a:moveTo>
                  <a:cubicBezTo>
                    <a:pt x="13918" y="6"/>
                    <a:pt x="6718" y="-84"/>
                    <a:pt x="3118" y="142"/>
                  </a:cubicBezTo>
                  <a:cubicBezTo>
                    <a:pt x="-482" y="368"/>
                    <a:pt x="-482" y="910"/>
                    <a:pt x="718" y="2808"/>
                  </a:cubicBezTo>
                  <a:cubicBezTo>
                    <a:pt x="1918" y="4706"/>
                    <a:pt x="4318" y="7959"/>
                    <a:pt x="5518" y="11303"/>
                  </a:cubicBezTo>
                  <a:cubicBezTo>
                    <a:pt x="6718" y="14647"/>
                    <a:pt x="6718" y="18082"/>
                    <a:pt x="6718" y="2151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96" name="直线"/>
            <p:cNvSpPr/>
            <p:nvPr/>
          </p:nvSpPr>
          <p:spPr>
            <a:xfrm>
              <a:off x="14925394" y="7877921"/>
              <a:ext cx="129466" cy="123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2" h="21600" extrusionOk="0">
                  <a:moveTo>
                    <a:pt x="3662" y="18225"/>
                  </a:moveTo>
                  <a:cubicBezTo>
                    <a:pt x="2702" y="18900"/>
                    <a:pt x="1742" y="19575"/>
                    <a:pt x="1022" y="20250"/>
                  </a:cubicBezTo>
                  <a:cubicBezTo>
                    <a:pt x="302" y="20925"/>
                    <a:pt x="-178" y="21600"/>
                    <a:pt x="62" y="21600"/>
                  </a:cubicBezTo>
                  <a:cubicBezTo>
                    <a:pt x="302" y="21600"/>
                    <a:pt x="1262" y="20925"/>
                    <a:pt x="3582" y="18647"/>
                  </a:cubicBezTo>
                  <a:cubicBezTo>
                    <a:pt x="5902" y="16369"/>
                    <a:pt x="9582" y="12488"/>
                    <a:pt x="12782" y="9113"/>
                  </a:cubicBezTo>
                  <a:cubicBezTo>
                    <a:pt x="15982" y="5738"/>
                    <a:pt x="18702" y="2869"/>
                    <a:pt x="21422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97" name="直线"/>
            <p:cNvSpPr/>
            <p:nvPr/>
          </p:nvSpPr>
          <p:spPr>
            <a:xfrm>
              <a:off x="15104172" y="7549532"/>
              <a:ext cx="480129" cy="281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1498" extrusionOk="0">
                  <a:moveTo>
                    <a:pt x="0" y="17075"/>
                  </a:moveTo>
                  <a:cubicBezTo>
                    <a:pt x="1260" y="15895"/>
                    <a:pt x="2521" y="14716"/>
                    <a:pt x="3803" y="13536"/>
                  </a:cubicBezTo>
                  <a:cubicBezTo>
                    <a:pt x="5085" y="12357"/>
                    <a:pt x="6389" y="11177"/>
                    <a:pt x="7801" y="9924"/>
                  </a:cubicBezTo>
                  <a:cubicBezTo>
                    <a:pt x="9214" y="8671"/>
                    <a:pt x="10735" y="7344"/>
                    <a:pt x="12299" y="6127"/>
                  </a:cubicBezTo>
                  <a:cubicBezTo>
                    <a:pt x="13864" y="4911"/>
                    <a:pt x="15472" y="3805"/>
                    <a:pt x="16950" y="2810"/>
                  </a:cubicBezTo>
                  <a:cubicBezTo>
                    <a:pt x="18427" y="1815"/>
                    <a:pt x="19775" y="930"/>
                    <a:pt x="20557" y="451"/>
                  </a:cubicBezTo>
                  <a:cubicBezTo>
                    <a:pt x="21339" y="-28"/>
                    <a:pt x="21557" y="-102"/>
                    <a:pt x="21578" y="119"/>
                  </a:cubicBezTo>
                  <a:cubicBezTo>
                    <a:pt x="21600" y="340"/>
                    <a:pt x="21426" y="856"/>
                    <a:pt x="20818" y="2146"/>
                  </a:cubicBezTo>
                  <a:cubicBezTo>
                    <a:pt x="20209" y="3437"/>
                    <a:pt x="19166" y="5501"/>
                    <a:pt x="18297" y="7491"/>
                  </a:cubicBezTo>
                  <a:cubicBezTo>
                    <a:pt x="17428" y="9482"/>
                    <a:pt x="16732" y="11398"/>
                    <a:pt x="16146" y="12836"/>
                  </a:cubicBezTo>
                  <a:cubicBezTo>
                    <a:pt x="15559" y="14273"/>
                    <a:pt x="15081" y="15232"/>
                    <a:pt x="14690" y="15711"/>
                  </a:cubicBezTo>
                  <a:cubicBezTo>
                    <a:pt x="14299" y="16190"/>
                    <a:pt x="13994" y="16190"/>
                    <a:pt x="13799" y="15490"/>
                  </a:cubicBezTo>
                  <a:cubicBezTo>
                    <a:pt x="13603" y="14789"/>
                    <a:pt x="13516" y="13389"/>
                    <a:pt x="13364" y="11398"/>
                  </a:cubicBezTo>
                  <a:cubicBezTo>
                    <a:pt x="13212" y="9408"/>
                    <a:pt x="12995" y="6828"/>
                    <a:pt x="12821" y="5058"/>
                  </a:cubicBezTo>
                  <a:cubicBezTo>
                    <a:pt x="12647" y="3289"/>
                    <a:pt x="12517" y="2331"/>
                    <a:pt x="12365" y="1741"/>
                  </a:cubicBezTo>
                  <a:cubicBezTo>
                    <a:pt x="12212" y="1151"/>
                    <a:pt x="12039" y="930"/>
                    <a:pt x="11908" y="1078"/>
                  </a:cubicBezTo>
                  <a:cubicBezTo>
                    <a:pt x="11778" y="1225"/>
                    <a:pt x="11691" y="1741"/>
                    <a:pt x="11539" y="3437"/>
                  </a:cubicBezTo>
                  <a:cubicBezTo>
                    <a:pt x="11387" y="5132"/>
                    <a:pt x="11169" y="8007"/>
                    <a:pt x="11039" y="10919"/>
                  </a:cubicBezTo>
                  <a:cubicBezTo>
                    <a:pt x="10909" y="13831"/>
                    <a:pt x="10865" y="16780"/>
                    <a:pt x="10865" y="18549"/>
                  </a:cubicBezTo>
                  <a:cubicBezTo>
                    <a:pt x="10865" y="20318"/>
                    <a:pt x="10909" y="20908"/>
                    <a:pt x="10952" y="2149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98" name="直线"/>
            <p:cNvSpPr/>
            <p:nvPr/>
          </p:nvSpPr>
          <p:spPr>
            <a:xfrm>
              <a:off x="15168421" y="7466334"/>
              <a:ext cx="469507" cy="515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1430" extrusionOk="0">
                  <a:moveTo>
                    <a:pt x="1047" y="228"/>
                  </a:moveTo>
                  <a:cubicBezTo>
                    <a:pt x="691" y="67"/>
                    <a:pt x="336" y="-94"/>
                    <a:pt x="158" y="67"/>
                  </a:cubicBezTo>
                  <a:cubicBezTo>
                    <a:pt x="-20" y="228"/>
                    <a:pt x="-20" y="710"/>
                    <a:pt x="24" y="1736"/>
                  </a:cubicBezTo>
                  <a:cubicBezTo>
                    <a:pt x="69" y="2762"/>
                    <a:pt x="158" y="4331"/>
                    <a:pt x="269" y="5839"/>
                  </a:cubicBezTo>
                  <a:cubicBezTo>
                    <a:pt x="380" y="7347"/>
                    <a:pt x="513" y="8795"/>
                    <a:pt x="669" y="10223"/>
                  </a:cubicBezTo>
                  <a:cubicBezTo>
                    <a:pt x="824" y="11651"/>
                    <a:pt x="1002" y="13059"/>
                    <a:pt x="1269" y="14467"/>
                  </a:cubicBezTo>
                  <a:cubicBezTo>
                    <a:pt x="1536" y="15875"/>
                    <a:pt x="1891" y="17283"/>
                    <a:pt x="2713" y="18389"/>
                  </a:cubicBezTo>
                  <a:cubicBezTo>
                    <a:pt x="3536" y="19495"/>
                    <a:pt x="4824" y="20299"/>
                    <a:pt x="6136" y="20802"/>
                  </a:cubicBezTo>
                  <a:cubicBezTo>
                    <a:pt x="7447" y="21305"/>
                    <a:pt x="8780" y="21506"/>
                    <a:pt x="10313" y="21405"/>
                  </a:cubicBezTo>
                  <a:cubicBezTo>
                    <a:pt x="11847" y="21305"/>
                    <a:pt x="13580" y="20903"/>
                    <a:pt x="15247" y="20500"/>
                  </a:cubicBezTo>
                  <a:cubicBezTo>
                    <a:pt x="16913" y="20098"/>
                    <a:pt x="18513" y="19696"/>
                    <a:pt x="19558" y="19475"/>
                  </a:cubicBezTo>
                  <a:cubicBezTo>
                    <a:pt x="20602" y="19253"/>
                    <a:pt x="21091" y="19213"/>
                    <a:pt x="21580" y="1917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699" name="直线"/>
            <p:cNvSpPr/>
            <p:nvPr/>
          </p:nvSpPr>
          <p:spPr>
            <a:xfrm>
              <a:off x="15893170" y="7555928"/>
              <a:ext cx="37742" cy="467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7" h="21600" extrusionOk="0">
                  <a:moveTo>
                    <a:pt x="6497" y="0"/>
                  </a:moveTo>
                  <a:cubicBezTo>
                    <a:pt x="3797" y="1118"/>
                    <a:pt x="1097" y="2236"/>
                    <a:pt x="287" y="3689"/>
                  </a:cubicBezTo>
                  <a:cubicBezTo>
                    <a:pt x="-523" y="5143"/>
                    <a:pt x="557" y="6932"/>
                    <a:pt x="1367" y="8564"/>
                  </a:cubicBezTo>
                  <a:cubicBezTo>
                    <a:pt x="2177" y="10196"/>
                    <a:pt x="2717" y="11672"/>
                    <a:pt x="3797" y="13260"/>
                  </a:cubicBezTo>
                  <a:cubicBezTo>
                    <a:pt x="4877" y="14847"/>
                    <a:pt x="6497" y="16547"/>
                    <a:pt x="9467" y="17955"/>
                  </a:cubicBezTo>
                  <a:cubicBezTo>
                    <a:pt x="12437" y="19364"/>
                    <a:pt x="16757" y="20482"/>
                    <a:pt x="21077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00" name="直线"/>
            <p:cNvSpPr/>
            <p:nvPr/>
          </p:nvSpPr>
          <p:spPr>
            <a:xfrm>
              <a:off x="15933812" y="7312077"/>
              <a:ext cx="455070" cy="7381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497" extrusionOk="0">
                  <a:moveTo>
                    <a:pt x="0" y="1780"/>
                  </a:moveTo>
                  <a:cubicBezTo>
                    <a:pt x="1330" y="1442"/>
                    <a:pt x="2660" y="1104"/>
                    <a:pt x="4265" y="822"/>
                  </a:cubicBezTo>
                  <a:cubicBezTo>
                    <a:pt x="5870" y="541"/>
                    <a:pt x="7750" y="315"/>
                    <a:pt x="9424" y="160"/>
                  </a:cubicBezTo>
                  <a:cubicBezTo>
                    <a:pt x="11098" y="5"/>
                    <a:pt x="12566" y="-79"/>
                    <a:pt x="13735" y="104"/>
                  </a:cubicBezTo>
                  <a:cubicBezTo>
                    <a:pt x="14904" y="287"/>
                    <a:pt x="15776" y="738"/>
                    <a:pt x="16532" y="1414"/>
                  </a:cubicBezTo>
                  <a:cubicBezTo>
                    <a:pt x="17289" y="2089"/>
                    <a:pt x="17931" y="2991"/>
                    <a:pt x="18413" y="3878"/>
                  </a:cubicBezTo>
                  <a:cubicBezTo>
                    <a:pt x="18894" y="4765"/>
                    <a:pt x="19215" y="5638"/>
                    <a:pt x="19490" y="6652"/>
                  </a:cubicBezTo>
                  <a:cubicBezTo>
                    <a:pt x="19766" y="7665"/>
                    <a:pt x="19995" y="8820"/>
                    <a:pt x="20178" y="9961"/>
                  </a:cubicBezTo>
                  <a:cubicBezTo>
                    <a:pt x="20362" y="11101"/>
                    <a:pt x="20499" y="12228"/>
                    <a:pt x="20614" y="13340"/>
                  </a:cubicBezTo>
                  <a:cubicBezTo>
                    <a:pt x="20729" y="14452"/>
                    <a:pt x="20820" y="15551"/>
                    <a:pt x="20912" y="16607"/>
                  </a:cubicBezTo>
                  <a:cubicBezTo>
                    <a:pt x="21004" y="17663"/>
                    <a:pt x="21096" y="18677"/>
                    <a:pt x="21210" y="19423"/>
                  </a:cubicBezTo>
                  <a:cubicBezTo>
                    <a:pt x="21325" y="20169"/>
                    <a:pt x="21462" y="20648"/>
                    <a:pt x="21531" y="20972"/>
                  </a:cubicBezTo>
                  <a:cubicBezTo>
                    <a:pt x="21600" y="21296"/>
                    <a:pt x="21600" y="21465"/>
                    <a:pt x="21531" y="21493"/>
                  </a:cubicBezTo>
                  <a:cubicBezTo>
                    <a:pt x="21462" y="21521"/>
                    <a:pt x="21325" y="21408"/>
                    <a:pt x="21187" y="2129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01" name="直线"/>
            <p:cNvSpPr/>
            <p:nvPr/>
          </p:nvSpPr>
          <p:spPr>
            <a:xfrm>
              <a:off x="15965721" y="7402426"/>
              <a:ext cx="173995" cy="3855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4" h="21533" extrusionOk="0">
                  <a:moveTo>
                    <a:pt x="11814" y="959"/>
                  </a:moveTo>
                  <a:cubicBezTo>
                    <a:pt x="11695" y="527"/>
                    <a:pt x="11576" y="95"/>
                    <a:pt x="11576" y="14"/>
                  </a:cubicBezTo>
                  <a:cubicBezTo>
                    <a:pt x="11576" y="-67"/>
                    <a:pt x="11695" y="203"/>
                    <a:pt x="11516" y="1175"/>
                  </a:cubicBezTo>
                  <a:cubicBezTo>
                    <a:pt x="11337" y="2147"/>
                    <a:pt x="10860" y="3821"/>
                    <a:pt x="10442" y="4928"/>
                  </a:cubicBezTo>
                  <a:cubicBezTo>
                    <a:pt x="10024" y="6035"/>
                    <a:pt x="9666" y="6575"/>
                    <a:pt x="9428" y="7061"/>
                  </a:cubicBezTo>
                  <a:cubicBezTo>
                    <a:pt x="9189" y="7547"/>
                    <a:pt x="9070" y="7979"/>
                    <a:pt x="9368" y="8168"/>
                  </a:cubicBezTo>
                  <a:cubicBezTo>
                    <a:pt x="9666" y="8357"/>
                    <a:pt x="10382" y="8303"/>
                    <a:pt x="11874" y="7979"/>
                  </a:cubicBezTo>
                  <a:cubicBezTo>
                    <a:pt x="13366" y="7655"/>
                    <a:pt x="15633" y="7061"/>
                    <a:pt x="17125" y="6683"/>
                  </a:cubicBezTo>
                  <a:cubicBezTo>
                    <a:pt x="18617" y="6305"/>
                    <a:pt x="19333" y="6143"/>
                    <a:pt x="19989" y="6035"/>
                  </a:cubicBezTo>
                  <a:cubicBezTo>
                    <a:pt x="20645" y="5927"/>
                    <a:pt x="21242" y="5873"/>
                    <a:pt x="21421" y="6008"/>
                  </a:cubicBezTo>
                  <a:cubicBezTo>
                    <a:pt x="21600" y="6143"/>
                    <a:pt x="21361" y="6467"/>
                    <a:pt x="20108" y="7493"/>
                  </a:cubicBezTo>
                  <a:cubicBezTo>
                    <a:pt x="18855" y="8519"/>
                    <a:pt x="16588" y="10247"/>
                    <a:pt x="14320" y="11975"/>
                  </a:cubicBezTo>
                  <a:cubicBezTo>
                    <a:pt x="12053" y="13703"/>
                    <a:pt x="9786" y="15431"/>
                    <a:pt x="7399" y="17024"/>
                  </a:cubicBezTo>
                  <a:cubicBezTo>
                    <a:pt x="5012" y="18617"/>
                    <a:pt x="2506" y="20075"/>
                    <a:pt x="0" y="2153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02" name="直线"/>
            <p:cNvSpPr/>
            <p:nvPr/>
          </p:nvSpPr>
          <p:spPr>
            <a:xfrm>
              <a:off x="15997630" y="7640053"/>
              <a:ext cx="263977" cy="66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057" y="626"/>
                    <a:pt x="4114" y="1252"/>
                    <a:pt x="6686" y="2661"/>
                  </a:cubicBezTo>
                  <a:cubicBezTo>
                    <a:pt x="9257" y="4070"/>
                    <a:pt x="12343" y="6261"/>
                    <a:pt x="14914" y="9548"/>
                  </a:cubicBezTo>
                  <a:cubicBezTo>
                    <a:pt x="17486" y="12835"/>
                    <a:pt x="19543" y="17217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03" name="直线"/>
            <p:cNvSpPr/>
            <p:nvPr/>
          </p:nvSpPr>
          <p:spPr>
            <a:xfrm>
              <a:off x="16099039" y="7770590"/>
              <a:ext cx="66841" cy="11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0" h="21600" extrusionOk="0">
                  <a:moveTo>
                    <a:pt x="4667" y="0"/>
                  </a:moveTo>
                  <a:cubicBezTo>
                    <a:pt x="2507" y="1800"/>
                    <a:pt x="347" y="3600"/>
                    <a:pt x="39" y="4500"/>
                  </a:cubicBezTo>
                  <a:cubicBezTo>
                    <a:pt x="-270" y="5400"/>
                    <a:pt x="1273" y="5400"/>
                    <a:pt x="5130" y="8100"/>
                  </a:cubicBezTo>
                  <a:cubicBezTo>
                    <a:pt x="8987" y="10800"/>
                    <a:pt x="15159" y="16200"/>
                    <a:pt x="2133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04" name="直线"/>
            <p:cNvSpPr/>
            <p:nvPr/>
          </p:nvSpPr>
          <p:spPr>
            <a:xfrm>
              <a:off x="16086065" y="7843111"/>
              <a:ext cx="47906" cy="23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2" h="21600" extrusionOk="0">
                  <a:moveTo>
                    <a:pt x="11034" y="0"/>
                  </a:moveTo>
                  <a:cubicBezTo>
                    <a:pt x="8442" y="900"/>
                    <a:pt x="5850" y="1800"/>
                    <a:pt x="3690" y="4050"/>
                  </a:cubicBezTo>
                  <a:cubicBezTo>
                    <a:pt x="1530" y="6300"/>
                    <a:pt x="-198" y="9900"/>
                    <a:pt x="18" y="12600"/>
                  </a:cubicBezTo>
                  <a:cubicBezTo>
                    <a:pt x="234" y="15300"/>
                    <a:pt x="2394" y="17100"/>
                    <a:pt x="6282" y="18450"/>
                  </a:cubicBezTo>
                  <a:cubicBezTo>
                    <a:pt x="10170" y="19800"/>
                    <a:pt x="15786" y="20700"/>
                    <a:pt x="21402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05" name="直线"/>
            <p:cNvSpPr/>
            <p:nvPr/>
          </p:nvSpPr>
          <p:spPr>
            <a:xfrm>
              <a:off x="16070606" y="7930136"/>
              <a:ext cx="147489" cy="477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4" h="20905" extrusionOk="0">
                  <a:moveTo>
                    <a:pt x="1628" y="12706"/>
                  </a:moveTo>
                  <a:cubicBezTo>
                    <a:pt x="781" y="16094"/>
                    <a:pt x="-66" y="19482"/>
                    <a:pt x="5" y="20541"/>
                  </a:cubicBezTo>
                  <a:cubicBezTo>
                    <a:pt x="75" y="21600"/>
                    <a:pt x="1063" y="20329"/>
                    <a:pt x="4028" y="16941"/>
                  </a:cubicBezTo>
                  <a:cubicBezTo>
                    <a:pt x="6993" y="13553"/>
                    <a:pt x="11934" y="8047"/>
                    <a:pt x="15181" y="4871"/>
                  </a:cubicBezTo>
                  <a:cubicBezTo>
                    <a:pt x="18428" y="1694"/>
                    <a:pt x="19981" y="847"/>
                    <a:pt x="21534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06" name="直线"/>
            <p:cNvSpPr/>
            <p:nvPr/>
          </p:nvSpPr>
          <p:spPr>
            <a:xfrm>
              <a:off x="16652962" y="7790896"/>
              <a:ext cx="8961" cy="31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5" h="21600" extrusionOk="0">
                  <a:moveTo>
                    <a:pt x="7055" y="0"/>
                  </a:moveTo>
                  <a:cubicBezTo>
                    <a:pt x="2735" y="3273"/>
                    <a:pt x="-1585" y="6546"/>
                    <a:pt x="575" y="10146"/>
                  </a:cubicBezTo>
                  <a:cubicBezTo>
                    <a:pt x="2735" y="13746"/>
                    <a:pt x="11375" y="17673"/>
                    <a:pt x="20015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07" name="直线"/>
            <p:cNvSpPr/>
            <p:nvPr/>
          </p:nvSpPr>
          <p:spPr>
            <a:xfrm>
              <a:off x="16928798" y="7505555"/>
              <a:ext cx="20307" cy="317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1" extrusionOk="0">
                  <a:moveTo>
                    <a:pt x="15429" y="860"/>
                  </a:moveTo>
                  <a:cubicBezTo>
                    <a:pt x="10286" y="401"/>
                    <a:pt x="5143" y="-59"/>
                    <a:pt x="2571" y="7"/>
                  </a:cubicBezTo>
                  <a:cubicBezTo>
                    <a:pt x="0" y="72"/>
                    <a:pt x="0" y="663"/>
                    <a:pt x="0" y="2403"/>
                  </a:cubicBezTo>
                  <a:cubicBezTo>
                    <a:pt x="0" y="4143"/>
                    <a:pt x="0" y="7032"/>
                    <a:pt x="2057" y="9888"/>
                  </a:cubicBezTo>
                  <a:cubicBezTo>
                    <a:pt x="4114" y="12743"/>
                    <a:pt x="8229" y="15567"/>
                    <a:pt x="11829" y="17503"/>
                  </a:cubicBezTo>
                  <a:cubicBezTo>
                    <a:pt x="15429" y="19440"/>
                    <a:pt x="18514" y="20491"/>
                    <a:pt x="21600" y="2154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08" name="直线"/>
            <p:cNvSpPr/>
            <p:nvPr/>
          </p:nvSpPr>
          <p:spPr>
            <a:xfrm>
              <a:off x="16972311" y="7410671"/>
              <a:ext cx="127638" cy="3773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7" extrusionOk="0">
                  <a:moveTo>
                    <a:pt x="0" y="2167"/>
                  </a:moveTo>
                  <a:cubicBezTo>
                    <a:pt x="0" y="1835"/>
                    <a:pt x="0" y="1504"/>
                    <a:pt x="245" y="1228"/>
                  </a:cubicBezTo>
                  <a:cubicBezTo>
                    <a:pt x="491" y="951"/>
                    <a:pt x="982" y="730"/>
                    <a:pt x="3682" y="509"/>
                  </a:cubicBezTo>
                  <a:cubicBezTo>
                    <a:pt x="6382" y="288"/>
                    <a:pt x="11291" y="67"/>
                    <a:pt x="14236" y="12"/>
                  </a:cubicBezTo>
                  <a:cubicBezTo>
                    <a:pt x="17182" y="-43"/>
                    <a:pt x="18164" y="67"/>
                    <a:pt x="18818" y="758"/>
                  </a:cubicBezTo>
                  <a:cubicBezTo>
                    <a:pt x="19473" y="1449"/>
                    <a:pt x="19800" y="2719"/>
                    <a:pt x="19882" y="4349"/>
                  </a:cubicBezTo>
                  <a:cubicBezTo>
                    <a:pt x="19964" y="5978"/>
                    <a:pt x="19800" y="7967"/>
                    <a:pt x="19718" y="10149"/>
                  </a:cubicBezTo>
                  <a:cubicBezTo>
                    <a:pt x="19636" y="12331"/>
                    <a:pt x="19636" y="14707"/>
                    <a:pt x="19964" y="16640"/>
                  </a:cubicBezTo>
                  <a:cubicBezTo>
                    <a:pt x="20291" y="18574"/>
                    <a:pt x="20945" y="20065"/>
                    <a:pt x="21600" y="2155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09" name="直线"/>
            <p:cNvSpPr/>
            <p:nvPr/>
          </p:nvSpPr>
          <p:spPr>
            <a:xfrm>
              <a:off x="16963609" y="7605243"/>
              <a:ext cx="78324" cy="87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10" name="直线"/>
            <p:cNvSpPr/>
            <p:nvPr/>
          </p:nvSpPr>
          <p:spPr>
            <a:xfrm>
              <a:off x="16958589" y="7724177"/>
              <a:ext cx="115253" cy="298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4" h="20869" extrusionOk="0">
                  <a:moveTo>
                    <a:pt x="4714" y="0"/>
                  </a:moveTo>
                  <a:cubicBezTo>
                    <a:pt x="3454" y="3375"/>
                    <a:pt x="2194" y="6750"/>
                    <a:pt x="1294" y="10125"/>
                  </a:cubicBezTo>
                  <a:cubicBezTo>
                    <a:pt x="394" y="13500"/>
                    <a:pt x="-146" y="16875"/>
                    <a:pt x="34" y="18900"/>
                  </a:cubicBezTo>
                  <a:cubicBezTo>
                    <a:pt x="214" y="20925"/>
                    <a:pt x="1114" y="21600"/>
                    <a:pt x="4804" y="19912"/>
                  </a:cubicBezTo>
                  <a:cubicBezTo>
                    <a:pt x="8494" y="18225"/>
                    <a:pt x="14974" y="14175"/>
                    <a:pt x="21454" y="1012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11" name="直线"/>
            <p:cNvSpPr/>
            <p:nvPr/>
          </p:nvSpPr>
          <p:spPr>
            <a:xfrm>
              <a:off x="17239188" y="7399283"/>
              <a:ext cx="290085" cy="783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096" y="19200"/>
                    <a:pt x="6192" y="16800"/>
                    <a:pt x="9000" y="14000"/>
                  </a:cubicBezTo>
                  <a:cubicBezTo>
                    <a:pt x="11808" y="11200"/>
                    <a:pt x="14328" y="8000"/>
                    <a:pt x="16380" y="5600"/>
                  </a:cubicBezTo>
                  <a:cubicBezTo>
                    <a:pt x="18432" y="3200"/>
                    <a:pt x="20016" y="1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12" name="直线"/>
            <p:cNvSpPr/>
            <p:nvPr/>
          </p:nvSpPr>
          <p:spPr>
            <a:xfrm>
              <a:off x="17367602" y="7294853"/>
              <a:ext cx="25211" cy="67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7" h="21600" extrusionOk="0">
                  <a:moveTo>
                    <a:pt x="8957" y="0"/>
                  </a:moveTo>
                  <a:cubicBezTo>
                    <a:pt x="4957" y="279"/>
                    <a:pt x="957" y="558"/>
                    <a:pt x="157" y="1224"/>
                  </a:cubicBezTo>
                  <a:cubicBezTo>
                    <a:pt x="-643" y="1890"/>
                    <a:pt x="1757" y="2944"/>
                    <a:pt x="4157" y="4044"/>
                  </a:cubicBezTo>
                  <a:cubicBezTo>
                    <a:pt x="6557" y="5144"/>
                    <a:pt x="8957" y="6291"/>
                    <a:pt x="11357" y="7531"/>
                  </a:cubicBezTo>
                  <a:cubicBezTo>
                    <a:pt x="13757" y="8770"/>
                    <a:pt x="16157" y="10103"/>
                    <a:pt x="17757" y="11234"/>
                  </a:cubicBezTo>
                  <a:cubicBezTo>
                    <a:pt x="19357" y="12365"/>
                    <a:pt x="20157" y="13295"/>
                    <a:pt x="20557" y="14426"/>
                  </a:cubicBezTo>
                  <a:cubicBezTo>
                    <a:pt x="20957" y="15557"/>
                    <a:pt x="20957" y="16890"/>
                    <a:pt x="20557" y="18067"/>
                  </a:cubicBezTo>
                  <a:cubicBezTo>
                    <a:pt x="20157" y="19245"/>
                    <a:pt x="19357" y="20267"/>
                    <a:pt x="18157" y="20856"/>
                  </a:cubicBezTo>
                  <a:cubicBezTo>
                    <a:pt x="16957" y="21445"/>
                    <a:pt x="15357" y="21600"/>
                    <a:pt x="12557" y="21600"/>
                  </a:cubicBezTo>
                  <a:cubicBezTo>
                    <a:pt x="9757" y="21600"/>
                    <a:pt x="5757" y="21445"/>
                    <a:pt x="1757" y="2129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13" name="直线"/>
            <p:cNvSpPr/>
            <p:nvPr/>
          </p:nvSpPr>
          <p:spPr>
            <a:xfrm>
              <a:off x="17265296" y="7667127"/>
              <a:ext cx="84125" cy="1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959" y="10800"/>
                    <a:pt x="11917" y="0"/>
                    <a:pt x="15517" y="0"/>
                  </a:cubicBezTo>
                  <a:cubicBezTo>
                    <a:pt x="19117" y="0"/>
                    <a:pt x="20359" y="108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14" name="直线"/>
            <p:cNvSpPr/>
            <p:nvPr/>
          </p:nvSpPr>
          <p:spPr>
            <a:xfrm>
              <a:off x="17723628" y="7576234"/>
              <a:ext cx="26108" cy="3016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554"/>
                    <a:pt x="7200" y="1108"/>
                    <a:pt x="3600" y="2596"/>
                  </a:cubicBezTo>
                  <a:cubicBezTo>
                    <a:pt x="0" y="4085"/>
                    <a:pt x="0" y="6508"/>
                    <a:pt x="0" y="9208"/>
                  </a:cubicBezTo>
                  <a:cubicBezTo>
                    <a:pt x="0" y="11908"/>
                    <a:pt x="0" y="14885"/>
                    <a:pt x="2000" y="16996"/>
                  </a:cubicBezTo>
                  <a:cubicBezTo>
                    <a:pt x="4000" y="19108"/>
                    <a:pt x="8000" y="20354"/>
                    <a:pt x="120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15" name="直线"/>
            <p:cNvSpPr/>
            <p:nvPr/>
          </p:nvSpPr>
          <p:spPr>
            <a:xfrm>
              <a:off x="17714926" y="7338366"/>
              <a:ext cx="5802" cy="2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16" name="直线"/>
            <p:cNvSpPr/>
            <p:nvPr/>
          </p:nvSpPr>
          <p:spPr>
            <a:xfrm>
              <a:off x="17973100" y="7317736"/>
              <a:ext cx="203303" cy="6095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3" h="21543" extrusionOk="0">
                  <a:moveTo>
                    <a:pt x="0" y="2062"/>
                  </a:moveTo>
                  <a:cubicBezTo>
                    <a:pt x="3071" y="1652"/>
                    <a:pt x="6142" y="1242"/>
                    <a:pt x="8804" y="900"/>
                  </a:cubicBezTo>
                  <a:cubicBezTo>
                    <a:pt x="11465" y="558"/>
                    <a:pt x="13718" y="285"/>
                    <a:pt x="15151" y="131"/>
                  </a:cubicBezTo>
                  <a:cubicBezTo>
                    <a:pt x="16584" y="-23"/>
                    <a:pt x="17198" y="-57"/>
                    <a:pt x="17966" y="114"/>
                  </a:cubicBezTo>
                  <a:cubicBezTo>
                    <a:pt x="18734" y="285"/>
                    <a:pt x="19655" y="661"/>
                    <a:pt x="20320" y="1413"/>
                  </a:cubicBezTo>
                  <a:cubicBezTo>
                    <a:pt x="20986" y="2165"/>
                    <a:pt x="21395" y="3292"/>
                    <a:pt x="21498" y="4574"/>
                  </a:cubicBezTo>
                  <a:cubicBezTo>
                    <a:pt x="21600" y="5856"/>
                    <a:pt x="21395" y="7291"/>
                    <a:pt x="20935" y="8658"/>
                  </a:cubicBezTo>
                  <a:cubicBezTo>
                    <a:pt x="20474" y="10025"/>
                    <a:pt x="19757" y="11324"/>
                    <a:pt x="19194" y="12606"/>
                  </a:cubicBezTo>
                  <a:cubicBezTo>
                    <a:pt x="18631" y="13887"/>
                    <a:pt x="18222" y="15152"/>
                    <a:pt x="17915" y="16297"/>
                  </a:cubicBezTo>
                  <a:cubicBezTo>
                    <a:pt x="17608" y="17442"/>
                    <a:pt x="17403" y="18467"/>
                    <a:pt x="17147" y="19270"/>
                  </a:cubicBezTo>
                  <a:cubicBezTo>
                    <a:pt x="16891" y="20073"/>
                    <a:pt x="16584" y="20654"/>
                    <a:pt x="16226" y="20996"/>
                  </a:cubicBezTo>
                  <a:cubicBezTo>
                    <a:pt x="15867" y="21338"/>
                    <a:pt x="15458" y="21440"/>
                    <a:pt x="15048" y="2154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17" name="直线"/>
            <p:cNvSpPr/>
            <p:nvPr/>
          </p:nvSpPr>
          <p:spPr>
            <a:xfrm>
              <a:off x="17871571" y="7506614"/>
              <a:ext cx="11604" cy="168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490"/>
                  </a:moveTo>
                  <a:cubicBezTo>
                    <a:pt x="0" y="745"/>
                    <a:pt x="0" y="0"/>
                    <a:pt x="1800" y="0"/>
                  </a:cubicBezTo>
                  <a:cubicBezTo>
                    <a:pt x="3600" y="0"/>
                    <a:pt x="7200" y="745"/>
                    <a:pt x="10800" y="3476"/>
                  </a:cubicBezTo>
                  <a:cubicBezTo>
                    <a:pt x="14400" y="6207"/>
                    <a:pt x="18000" y="10924"/>
                    <a:pt x="19800" y="14276"/>
                  </a:cubicBezTo>
                  <a:cubicBezTo>
                    <a:pt x="21600" y="17628"/>
                    <a:pt x="21600" y="19614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18" name="直线"/>
            <p:cNvSpPr/>
            <p:nvPr/>
          </p:nvSpPr>
          <p:spPr>
            <a:xfrm>
              <a:off x="17932488" y="7462244"/>
              <a:ext cx="72522" cy="2387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3" extrusionOk="0">
                  <a:moveTo>
                    <a:pt x="0" y="3997"/>
                  </a:moveTo>
                  <a:cubicBezTo>
                    <a:pt x="3168" y="2690"/>
                    <a:pt x="6336" y="1384"/>
                    <a:pt x="8640" y="687"/>
                  </a:cubicBezTo>
                  <a:cubicBezTo>
                    <a:pt x="10944" y="-10"/>
                    <a:pt x="12384" y="-97"/>
                    <a:pt x="13536" y="77"/>
                  </a:cubicBezTo>
                  <a:cubicBezTo>
                    <a:pt x="14688" y="251"/>
                    <a:pt x="15552" y="687"/>
                    <a:pt x="16272" y="2211"/>
                  </a:cubicBezTo>
                  <a:cubicBezTo>
                    <a:pt x="16992" y="3735"/>
                    <a:pt x="17568" y="6348"/>
                    <a:pt x="18144" y="9179"/>
                  </a:cubicBezTo>
                  <a:cubicBezTo>
                    <a:pt x="18720" y="12009"/>
                    <a:pt x="19296" y="15058"/>
                    <a:pt x="19872" y="17148"/>
                  </a:cubicBezTo>
                  <a:cubicBezTo>
                    <a:pt x="20448" y="19238"/>
                    <a:pt x="21024" y="20371"/>
                    <a:pt x="21600" y="2150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19" name="直线"/>
            <p:cNvSpPr/>
            <p:nvPr/>
          </p:nvSpPr>
          <p:spPr>
            <a:xfrm>
              <a:off x="17917467" y="7593639"/>
              <a:ext cx="52733" cy="17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7" h="21600" extrusionOk="0">
                  <a:moveTo>
                    <a:pt x="4923" y="21600"/>
                  </a:moveTo>
                  <a:cubicBezTo>
                    <a:pt x="2566" y="21600"/>
                    <a:pt x="210" y="21600"/>
                    <a:pt x="13" y="19800"/>
                  </a:cubicBezTo>
                  <a:cubicBezTo>
                    <a:pt x="-183" y="18000"/>
                    <a:pt x="1781" y="14400"/>
                    <a:pt x="5708" y="10800"/>
                  </a:cubicBezTo>
                  <a:cubicBezTo>
                    <a:pt x="9635" y="7200"/>
                    <a:pt x="15526" y="3600"/>
                    <a:pt x="21417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20" name="直线"/>
            <p:cNvSpPr/>
            <p:nvPr/>
          </p:nvSpPr>
          <p:spPr>
            <a:xfrm>
              <a:off x="17917017" y="7706772"/>
              <a:ext cx="70588" cy="19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33" extrusionOk="0">
                  <a:moveTo>
                    <a:pt x="4734" y="9257"/>
                  </a:moveTo>
                  <a:cubicBezTo>
                    <a:pt x="2367" y="13371"/>
                    <a:pt x="0" y="17486"/>
                    <a:pt x="0" y="19543"/>
                  </a:cubicBezTo>
                  <a:cubicBezTo>
                    <a:pt x="0" y="21600"/>
                    <a:pt x="2367" y="21600"/>
                    <a:pt x="6362" y="18000"/>
                  </a:cubicBezTo>
                  <a:cubicBezTo>
                    <a:pt x="10356" y="14400"/>
                    <a:pt x="15978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21" name="直线"/>
            <p:cNvSpPr/>
            <p:nvPr/>
          </p:nvSpPr>
          <p:spPr>
            <a:xfrm>
              <a:off x="18479829" y="7262944"/>
              <a:ext cx="114050" cy="5822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9" h="21570" extrusionOk="0">
                  <a:moveTo>
                    <a:pt x="21409" y="0"/>
                  </a:moveTo>
                  <a:cubicBezTo>
                    <a:pt x="19231" y="645"/>
                    <a:pt x="17053" y="1290"/>
                    <a:pt x="13876" y="2221"/>
                  </a:cubicBezTo>
                  <a:cubicBezTo>
                    <a:pt x="10700" y="3152"/>
                    <a:pt x="6525" y="4370"/>
                    <a:pt x="4075" y="5069"/>
                  </a:cubicBezTo>
                  <a:cubicBezTo>
                    <a:pt x="1624" y="5767"/>
                    <a:pt x="898" y="5946"/>
                    <a:pt x="444" y="6143"/>
                  </a:cubicBezTo>
                  <a:cubicBezTo>
                    <a:pt x="-9" y="6340"/>
                    <a:pt x="-191" y="6555"/>
                    <a:pt x="263" y="6663"/>
                  </a:cubicBezTo>
                  <a:cubicBezTo>
                    <a:pt x="717" y="6770"/>
                    <a:pt x="1806" y="6770"/>
                    <a:pt x="3984" y="6770"/>
                  </a:cubicBezTo>
                  <a:cubicBezTo>
                    <a:pt x="6162" y="6770"/>
                    <a:pt x="9429" y="6770"/>
                    <a:pt x="11517" y="6788"/>
                  </a:cubicBezTo>
                  <a:cubicBezTo>
                    <a:pt x="13604" y="6806"/>
                    <a:pt x="14512" y="6842"/>
                    <a:pt x="14965" y="7021"/>
                  </a:cubicBezTo>
                  <a:cubicBezTo>
                    <a:pt x="15419" y="7200"/>
                    <a:pt x="15419" y="7522"/>
                    <a:pt x="14058" y="8221"/>
                  </a:cubicBezTo>
                  <a:cubicBezTo>
                    <a:pt x="12697" y="8919"/>
                    <a:pt x="9974" y="9994"/>
                    <a:pt x="8068" y="10710"/>
                  </a:cubicBezTo>
                  <a:cubicBezTo>
                    <a:pt x="6162" y="11427"/>
                    <a:pt x="5073" y="11785"/>
                    <a:pt x="4347" y="12090"/>
                  </a:cubicBezTo>
                  <a:cubicBezTo>
                    <a:pt x="3621" y="12394"/>
                    <a:pt x="3258" y="12645"/>
                    <a:pt x="3621" y="12806"/>
                  </a:cubicBezTo>
                  <a:cubicBezTo>
                    <a:pt x="3984" y="12967"/>
                    <a:pt x="5073" y="13039"/>
                    <a:pt x="6616" y="13093"/>
                  </a:cubicBezTo>
                  <a:cubicBezTo>
                    <a:pt x="8159" y="13146"/>
                    <a:pt x="10155" y="13182"/>
                    <a:pt x="11607" y="13218"/>
                  </a:cubicBezTo>
                  <a:cubicBezTo>
                    <a:pt x="13059" y="13254"/>
                    <a:pt x="13967" y="13290"/>
                    <a:pt x="14602" y="13415"/>
                  </a:cubicBezTo>
                  <a:cubicBezTo>
                    <a:pt x="15238" y="13540"/>
                    <a:pt x="15601" y="13755"/>
                    <a:pt x="15419" y="14400"/>
                  </a:cubicBezTo>
                  <a:cubicBezTo>
                    <a:pt x="15238" y="15045"/>
                    <a:pt x="14512" y="16119"/>
                    <a:pt x="13332" y="17212"/>
                  </a:cubicBezTo>
                  <a:cubicBezTo>
                    <a:pt x="12152" y="18304"/>
                    <a:pt x="10518" y="19415"/>
                    <a:pt x="9701" y="20078"/>
                  </a:cubicBezTo>
                  <a:cubicBezTo>
                    <a:pt x="8885" y="20740"/>
                    <a:pt x="8885" y="20955"/>
                    <a:pt x="8885" y="21152"/>
                  </a:cubicBezTo>
                  <a:cubicBezTo>
                    <a:pt x="8885" y="21349"/>
                    <a:pt x="8885" y="21528"/>
                    <a:pt x="9248" y="21564"/>
                  </a:cubicBezTo>
                  <a:cubicBezTo>
                    <a:pt x="9611" y="21600"/>
                    <a:pt x="10337" y="21493"/>
                    <a:pt x="12424" y="21009"/>
                  </a:cubicBezTo>
                  <a:cubicBezTo>
                    <a:pt x="14512" y="20525"/>
                    <a:pt x="17960" y="19666"/>
                    <a:pt x="21409" y="1880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22" name="直线"/>
            <p:cNvSpPr/>
            <p:nvPr/>
          </p:nvSpPr>
          <p:spPr>
            <a:xfrm>
              <a:off x="18759227" y="7402184"/>
              <a:ext cx="127637" cy="43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273" y="19200"/>
                    <a:pt x="6545" y="16800"/>
                    <a:pt x="10145" y="13200"/>
                  </a:cubicBezTo>
                  <a:cubicBezTo>
                    <a:pt x="13745" y="9600"/>
                    <a:pt x="17673" y="48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23" name="直线"/>
            <p:cNvSpPr/>
            <p:nvPr/>
          </p:nvSpPr>
          <p:spPr>
            <a:xfrm>
              <a:off x="18712813" y="7463102"/>
              <a:ext cx="294919" cy="159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770" y="20815"/>
                    <a:pt x="3541" y="20029"/>
                    <a:pt x="5736" y="18327"/>
                  </a:cubicBezTo>
                  <a:cubicBezTo>
                    <a:pt x="7932" y="16625"/>
                    <a:pt x="10552" y="14007"/>
                    <a:pt x="12854" y="11716"/>
                  </a:cubicBezTo>
                  <a:cubicBezTo>
                    <a:pt x="15155" y="9425"/>
                    <a:pt x="17138" y="7462"/>
                    <a:pt x="18449" y="6153"/>
                  </a:cubicBezTo>
                  <a:cubicBezTo>
                    <a:pt x="19759" y="4844"/>
                    <a:pt x="20396" y="4189"/>
                    <a:pt x="20856" y="3469"/>
                  </a:cubicBezTo>
                  <a:cubicBezTo>
                    <a:pt x="21317" y="2749"/>
                    <a:pt x="21600" y="1964"/>
                    <a:pt x="21600" y="1375"/>
                  </a:cubicBezTo>
                  <a:cubicBezTo>
                    <a:pt x="21600" y="785"/>
                    <a:pt x="21317" y="393"/>
                    <a:pt x="21033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24" name="直线"/>
            <p:cNvSpPr/>
            <p:nvPr/>
          </p:nvSpPr>
          <p:spPr>
            <a:xfrm>
              <a:off x="18780401" y="7309358"/>
              <a:ext cx="263108" cy="5816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0" h="21549" extrusionOk="0">
                  <a:moveTo>
                    <a:pt x="1348" y="0"/>
                  </a:moveTo>
                  <a:cubicBezTo>
                    <a:pt x="954" y="36"/>
                    <a:pt x="559" y="72"/>
                    <a:pt x="284" y="179"/>
                  </a:cubicBezTo>
                  <a:cubicBezTo>
                    <a:pt x="8" y="287"/>
                    <a:pt x="-150" y="466"/>
                    <a:pt x="205" y="1021"/>
                  </a:cubicBezTo>
                  <a:cubicBezTo>
                    <a:pt x="560" y="1576"/>
                    <a:pt x="1427" y="2507"/>
                    <a:pt x="2451" y="3636"/>
                  </a:cubicBezTo>
                  <a:cubicBezTo>
                    <a:pt x="3476" y="4764"/>
                    <a:pt x="4659" y="6090"/>
                    <a:pt x="5959" y="7397"/>
                  </a:cubicBezTo>
                  <a:cubicBezTo>
                    <a:pt x="7260" y="8704"/>
                    <a:pt x="8679" y="9994"/>
                    <a:pt x="10216" y="11266"/>
                  </a:cubicBezTo>
                  <a:cubicBezTo>
                    <a:pt x="11754" y="12537"/>
                    <a:pt x="13409" y="13791"/>
                    <a:pt x="14670" y="15098"/>
                  </a:cubicBezTo>
                  <a:cubicBezTo>
                    <a:pt x="15932" y="16406"/>
                    <a:pt x="16799" y="17767"/>
                    <a:pt x="17587" y="18824"/>
                  </a:cubicBezTo>
                  <a:cubicBezTo>
                    <a:pt x="18376" y="19881"/>
                    <a:pt x="19085" y="20633"/>
                    <a:pt x="19637" y="21063"/>
                  </a:cubicBezTo>
                  <a:cubicBezTo>
                    <a:pt x="20189" y="21493"/>
                    <a:pt x="20583" y="21600"/>
                    <a:pt x="20859" y="21528"/>
                  </a:cubicBezTo>
                  <a:cubicBezTo>
                    <a:pt x="21135" y="21457"/>
                    <a:pt x="21292" y="21206"/>
                    <a:pt x="21371" y="20830"/>
                  </a:cubicBezTo>
                  <a:cubicBezTo>
                    <a:pt x="21450" y="20454"/>
                    <a:pt x="21450" y="19952"/>
                    <a:pt x="21450" y="1945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25" name="直线"/>
            <p:cNvSpPr/>
            <p:nvPr/>
          </p:nvSpPr>
          <p:spPr>
            <a:xfrm>
              <a:off x="18854953" y="7524019"/>
              <a:ext cx="174052" cy="3016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000" y="69"/>
                    <a:pt x="20400" y="138"/>
                    <a:pt x="19560" y="935"/>
                  </a:cubicBezTo>
                  <a:cubicBezTo>
                    <a:pt x="18720" y="1731"/>
                    <a:pt x="17640" y="3254"/>
                    <a:pt x="16380" y="5088"/>
                  </a:cubicBezTo>
                  <a:cubicBezTo>
                    <a:pt x="15120" y="6923"/>
                    <a:pt x="13680" y="9069"/>
                    <a:pt x="11460" y="11527"/>
                  </a:cubicBezTo>
                  <a:cubicBezTo>
                    <a:pt x="9240" y="13985"/>
                    <a:pt x="6240" y="16754"/>
                    <a:pt x="4200" y="18485"/>
                  </a:cubicBezTo>
                  <a:cubicBezTo>
                    <a:pt x="2160" y="20215"/>
                    <a:pt x="1080" y="2090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26" name="直线"/>
            <p:cNvSpPr/>
            <p:nvPr/>
          </p:nvSpPr>
          <p:spPr>
            <a:xfrm>
              <a:off x="18972855" y="7199753"/>
              <a:ext cx="148978" cy="19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0" h="20933" extrusionOk="0">
                  <a:moveTo>
                    <a:pt x="149" y="20933"/>
                  </a:moveTo>
                  <a:cubicBezTo>
                    <a:pt x="9" y="13733"/>
                    <a:pt x="-130" y="6533"/>
                    <a:pt x="218" y="2933"/>
                  </a:cubicBezTo>
                  <a:cubicBezTo>
                    <a:pt x="567" y="-667"/>
                    <a:pt x="1403" y="-667"/>
                    <a:pt x="3981" y="1390"/>
                  </a:cubicBezTo>
                  <a:cubicBezTo>
                    <a:pt x="6559" y="3447"/>
                    <a:pt x="10879" y="7562"/>
                    <a:pt x="14084" y="10647"/>
                  </a:cubicBezTo>
                  <a:cubicBezTo>
                    <a:pt x="17289" y="13733"/>
                    <a:pt x="19380" y="15790"/>
                    <a:pt x="21470" y="1784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27" name="直线"/>
            <p:cNvSpPr/>
            <p:nvPr/>
          </p:nvSpPr>
          <p:spPr>
            <a:xfrm>
              <a:off x="19530848" y="7106299"/>
              <a:ext cx="165350" cy="290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7305" y="20880"/>
                    <a:pt x="13011" y="20160"/>
                    <a:pt x="9411" y="16560"/>
                  </a:cubicBezTo>
                  <a:cubicBezTo>
                    <a:pt x="5811" y="12960"/>
                    <a:pt x="2905" y="648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28" name="直线"/>
            <p:cNvSpPr/>
            <p:nvPr/>
          </p:nvSpPr>
          <p:spPr>
            <a:xfrm>
              <a:off x="19354220" y="7373176"/>
              <a:ext cx="344879" cy="117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0" h="21249" extrusionOk="0">
                  <a:moveTo>
                    <a:pt x="161" y="16332"/>
                  </a:moveTo>
                  <a:cubicBezTo>
                    <a:pt x="41" y="17737"/>
                    <a:pt x="-80" y="19141"/>
                    <a:pt x="71" y="20107"/>
                  </a:cubicBezTo>
                  <a:cubicBezTo>
                    <a:pt x="222" y="21073"/>
                    <a:pt x="644" y="21600"/>
                    <a:pt x="1911" y="20985"/>
                  </a:cubicBezTo>
                  <a:cubicBezTo>
                    <a:pt x="3178" y="20371"/>
                    <a:pt x="5290" y="18615"/>
                    <a:pt x="7371" y="16420"/>
                  </a:cubicBezTo>
                  <a:cubicBezTo>
                    <a:pt x="9453" y="14224"/>
                    <a:pt x="11504" y="11590"/>
                    <a:pt x="13495" y="9044"/>
                  </a:cubicBezTo>
                  <a:cubicBezTo>
                    <a:pt x="15486" y="6498"/>
                    <a:pt x="17417" y="4039"/>
                    <a:pt x="18745" y="2546"/>
                  </a:cubicBezTo>
                  <a:cubicBezTo>
                    <a:pt x="20072" y="1054"/>
                    <a:pt x="20796" y="527"/>
                    <a:pt x="2152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29" name="直线"/>
            <p:cNvSpPr/>
            <p:nvPr/>
          </p:nvSpPr>
          <p:spPr>
            <a:xfrm>
              <a:off x="19554056" y="7318060"/>
              <a:ext cx="29009" cy="500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720" y="834"/>
                    <a:pt x="15840" y="1668"/>
                    <a:pt x="14040" y="2981"/>
                  </a:cubicBezTo>
                  <a:cubicBezTo>
                    <a:pt x="12240" y="4295"/>
                    <a:pt x="11520" y="6088"/>
                    <a:pt x="10800" y="7798"/>
                  </a:cubicBezTo>
                  <a:cubicBezTo>
                    <a:pt x="10080" y="9507"/>
                    <a:pt x="9360" y="11134"/>
                    <a:pt x="8640" y="12802"/>
                  </a:cubicBezTo>
                  <a:cubicBezTo>
                    <a:pt x="7920" y="14469"/>
                    <a:pt x="7200" y="16179"/>
                    <a:pt x="6120" y="17555"/>
                  </a:cubicBezTo>
                  <a:cubicBezTo>
                    <a:pt x="5040" y="18931"/>
                    <a:pt x="3600" y="19974"/>
                    <a:pt x="2880" y="20641"/>
                  </a:cubicBezTo>
                  <a:cubicBezTo>
                    <a:pt x="2160" y="21308"/>
                    <a:pt x="2160" y="21600"/>
                    <a:pt x="1800" y="21600"/>
                  </a:cubicBezTo>
                  <a:cubicBezTo>
                    <a:pt x="1440" y="21600"/>
                    <a:pt x="720" y="21308"/>
                    <a:pt x="0" y="2101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30" name="直线"/>
            <p:cNvSpPr/>
            <p:nvPr/>
          </p:nvSpPr>
          <p:spPr>
            <a:xfrm>
              <a:off x="19455427" y="7461356"/>
              <a:ext cx="133439" cy="2251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98" extrusionOk="0">
                  <a:moveTo>
                    <a:pt x="21600" y="2372"/>
                  </a:moveTo>
                  <a:cubicBezTo>
                    <a:pt x="21600" y="1361"/>
                    <a:pt x="21600" y="349"/>
                    <a:pt x="21443" y="74"/>
                  </a:cubicBezTo>
                  <a:cubicBezTo>
                    <a:pt x="21287" y="-202"/>
                    <a:pt x="20974" y="258"/>
                    <a:pt x="19565" y="2050"/>
                  </a:cubicBezTo>
                  <a:cubicBezTo>
                    <a:pt x="18157" y="3842"/>
                    <a:pt x="15652" y="6967"/>
                    <a:pt x="12522" y="10138"/>
                  </a:cubicBezTo>
                  <a:cubicBezTo>
                    <a:pt x="9391" y="13309"/>
                    <a:pt x="5635" y="16526"/>
                    <a:pt x="3443" y="18411"/>
                  </a:cubicBezTo>
                  <a:cubicBezTo>
                    <a:pt x="1252" y="20295"/>
                    <a:pt x="626" y="20847"/>
                    <a:pt x="0" y="2139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31" name="直线"/>
            <p:cNvSpPr/>
            <p:nvPr/>
          </p:nvSpPr>
          <p:spPr>
            <a:xfrm>
              <a:off x="19585964" y="7526920"/>
              <a:ext cx="162449" cy="69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829" y="1200"/>
                    <a:pt x="5657" y="2400"/>
                    <a:pt x="9257" y="6000"/>
                  </a:cubicBezTo>
                  <a:cubicBezTo>
                    <a:pt x="12857" y="9600"/>
                    <a:pt x="17229" y="156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32" name="直线"/>
            <p:cNvSpPr/>
            <p:nvPr/>
          </p:nvSpPr>
          <p:spPr>
            <a:xfrm>
              <a:off x="19855743" y="7428292"/>
              <a:ext cx="14505" cy="136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20" y="4749"/>
                    <a:pt x="8640" y="9498"/>
                    <a:pt x="12240" y="13098"/>
                  </a:cubicBezTo>
                  <a:cubicBezTo>
                    <a:pt x="15840" y="16698"/>
                    <a:pt x="18720" y="19149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33" name="直线"/>
            <p:cNvSpPr/>
            <p:nvPr/>
          </p:nvSpPr>
          <p:spPr>
            <a:xfrm>
              <a:off x="19905056" y="7374964"/>
              <a:ext cx="114102" cy="134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8" h="21469" extrusionOk="0">
                  <a:moveTo>
                    <a:pt x="0" y="6195"/>
                  </a:moveTo>
                  <a:cubicBezTo>
                    <a:pt x="0" y="5423"/>
                    <a:pt x="0" y="4652"/>
                    <a:pt x="1815" y="3649"/>
                  </a:cubicBezTo>
                  <a:cubicBezTo>
                    <a:pt x="3630" y="2646"/>
                    <a:pt x="7261" y="1412"/>
                    <a:pt x="10437" y="718"/>
                  </a:cubicBezTo>
                  <a:cubicBezTo>
                    <a:pt x="13613" y="23"/>
                    <a:pt x="16336" y="-131"/>
                    <a:pt x="18151" y="100"/>
                  </a:cubicBezTo>
                  <a:cubicBezTo>
                    <a:pt x="19966" y="332"/>
                    <a:pt x="20874" y="949"/>
                    <a:pt x="21237" y="2646"/>
                  </a:cubicBezTo>
                  <a:cubicBezTo>
                    <a:pt x="21600" y="4343"/>
                    <a:pt x="21418" y="7120"/>
                    <a:pt x="20692" y="10438"/>
                  </a:cubicBezTo>
                  <a:cubicBezTo>
                    <a:pt x="19966" y="13755"/>
                    <a:pt x="18696" y="17612"/>
                    <a:pt x="17425" y="2146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34" name="直线"/>
            <p:cNvSpPr/>
            <p:nvPr/>
          </p:nvSpPr>
          <p:spPr>
            <a:xfrm>
              <a:off x="19893908" y="7532722"/>
              <a:ext cx="124283" cy="39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396" extrusionOk="0">
                  <a:moveTo>
                    <a:pt x="4442" y="17385"/>
                  </a:moveTo>
                  <a:cubicBezTo>
                    <a:pt x="3605" y="17912"/>
                    <a:pt x="2767" y="18439"/>
                    <a:pt x="1847" y="19229"/>
                  </a:cubicBezTo>
                  <a:cubicBezTo>
                    <a:pt x="926" y="20019"/>
                    <a:pt x="-79" y="21073"/>
                    <a:pt x="5" y="21337"/>
                  </a:cubicBezTo>
                  <a:cubicBezTo>
                    <a:pt x="89" y="21600"/>
                    <a:pt x="1261" y="21073"/>
                    <a:pt x="4609" y="17912"/>
                  </a:cubicBezTo>
                  <a:cubicBezTo>
                    <a:pt x="7958" y="14751"/>
                    <a:pt x="13484" y="8956"/>
                    <a:pt x="16665" y="5532"/>
                  </a:cubicBezTo>
                  <a:cubicBezTo>
                    <a:pt x="19846" y="2107"/>
                    <a:pt x="20684" y="1054"/>
                    <a:pt x="21521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35" name="直线"/>
            <p:cNvSpPr/>
            <p:nvPr/>
          </p:nvSpPr>
          <p:spPr>
            <a:xfrm>
              <a:off x="20361065" y="7320347"/>
              <a:ext cx="155375" cy="3661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5" h="21522" extrusionOk="0">
                  <a:moveTo>
                    <a:pt x="18773" y="888"/>
                  </a:moveTo>
                  <a:cubicBezTo>
                    <a:pt x="18773" y="547"/>
                    <a:pt x="18773" y="206"/>
                    <a:pt x="18380" y="64"/>
                  </a:cubicBezTo>
                  <a:cubicBezTo>
                    <a:pt x="17987" y="-78"/>
                    <a:pt x="17202" y="-21"/>
                    <a:pt x="14976" y="604"/>
                  </a:cubicBezTo>
                  <a:cubicBezTo>
                    <a:pt x="12751" y="1229"/>
                    <a:pt x="9086" y="2423"/>
                    <a:pt x="6271" y="3588"/>
                  </a:cubicBezTo>
                  <a:cubicBezTo>
                    <a:pt x="3456" y="4754"/>
                    <a:pt x="1493" y="5890"/>
                    <a:pt x="576" y="6970"/>
                  </a:cubicBezTo>
                  <a:cubicBezTo>
                    <a:pt x="-340" y="8050"/>
                    <a:pt x="-209" y="9074"/>
                    <a:pt x="1296" y="9955"/>
                  </a:cubicBezTo>
                  <a:cubicBezTo>
                    <a:pt x="2802" y="10836"/>
                    <a:pt x="5682" y="11575"/>
                    <a:pt x="8693" y="12058"/>
                  </a:cubicBezTo>
                  <a:cubicBezTo>
                    <a:pt x="11704" y="12541"/>
                    <a:pt x="14845" y="12768"/>
                    <a:pt x="16875" y="12939"/>
                  </a:cubicBezTo>
                  <a:cubicBezTo>
                    <a:pt x="18904" y="13109"/>
                    <a:pt x="19820" y="13223"/>
                    <a:pt x="20409" y="13422"/>
                  </a:cubicBezTo>
                  <a:cubicBezTo>
                    <a:pt x="20998" y="13621"/>
                    <a:pt x="21260" y="13905"/>
                    <a:pt x="20802" y="14673"/>
                  </a:cubicBezTo>
                  <a:cubicBezTo>
                    <a:pt x="20344" y="15440"/>
                    <a:pt x="19166" y="16690"/>
                    <a:pt x="16547" y="17913"/>
                  </a:cubicBezTo>
                  <a:cubicBezTo>
                    <a:pt x="13929" y="19135"/>
                    <a:pt x="9871" y="20328"/>
                    <a:pt x="5813" y="2152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36" name="直线"/>
            <p:cNvSpPr/>
            <p:nvPr/>
          </p:nvSpPr>
          <p:spPr>
            <a:xfrm>
              <a:off x="20813449" y="7200909"/>
              <a:ext cx="147514" cy="424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409" extrusionOk="0">
                  <a:moveTo>
                    <a:pt x="1208" y="349"/>
                  </a:moveTo>
                  <a:cubicBezTo>
                    <a:pt x="2055" y="154"/>
                    <a:pt x="2902" y="-41"/>
                    <a:pt x="3466" y="8"/>
                  </a:cubicBezTo>
                  <a:cubicBezTo>
                    <a:pt x="4031" y="57"/>
                    <a:pt x="4313" y="349"/>
                    <a:pt x="4172" y="1324"/>
                  </a:cubicBezTo>
                  <a:cubicBezTo>
                    <a:pt x="4031" y="2299"/>
                    <a:pt x="3466" y="3957"/>
                    <a:pt x="2831" y="5542"/>
                  </a:cubicBezTo>
                  <a:cubicBezTo>
                    <a:pt x="2196" y="7127"/>
                    <a:pt x="1490" y="8638"/>
                    <a:pt x="925" y="10296"/>
                  </a:cubicBezTo>
                  <a:cubicBezTo>
                    <a:pt x="361" y="11954"/>
                    <a:pt x="-63" y="13758"/>
                    <a:pt x="8" y="15513"/>
                  </a:cubicBezTo>
                  <a:cubicBezTo>
                    <a:pt x="78" y="17268"/>
                    <a:pt x="643" y="18975"/>
                    <a:pt x="2690" y="20047"/>
                  </a:cubicBezTo>
                  <a:cubicBezTo>
                    <a:pt x="4737" y="21120"/>
                    <a:pt x="8266" y="21559"/>
                    <a:pt x="11584" y="21364"/>
                  </a:cubicBezTo>
                  <a:cubicBezTo>
                    <a:pt x="14902" y="21169"/>
                    <a:pt x="18008" y="20340"/>
                    <a:pt x="19631" y="19755"/>
                  </a:cubicBezTo>
                  <a:cubicBezTo>
                    <a:pt x="21255" y="19170"/>
                    <a:pt x="21396" y="18829"/>
                    <a:pt x="21537" y="18487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37" name="直线"/>
            <p:cNvSpPr/>
            <p:nvPr/>
          </p:nvSpPr>
          <p:spPr>
            <a:xfrm>
              <a:off x="20717209" y="7291952"/>
              <a:ext cx="249555" cy="44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4" h="21275" extrusionOk="0">
                  <a:moveTo>
                    <a:pt x="1258" y="20681"/>
                  </a:moveTo>
                  <a:cubicBezTo>
                    <a:pt x="591" y="20681"/>
                    <a:pt x="-76" y="20681"/>
                    <a:pt x="7" y="20911"/>
                  </a:cubicBezTo>
                  <a:cubicBezTo>
                    <a:pt x="91" y="21140"/>
                    <a:pt x="925" y="21600"/>
                    <a:pt x="2676" y="20911"/>
                  </a:cubicBezTo>
                  <a:cubicBezTo>
                    <a:pt x="4427" y="20221"/>
                    <a:pt x="7096" y="18383"/>
                    <a:pt x="10390" y="14706"/>
                  </a:cubicBezTo>
                  <a:cubicBezTo>
                    <a:pt x="13685" y="11030"/>
                    <a:pt x="17604" y="5515"/>
                    <a:pt x="21524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38" name="直线"/>
            <p:cNvSpPr/>
            <p:nvPr/>
          </p:nvSpPr>
          <p:spPr>
            <a:xfrm>
              <a:off x="21096333" y="7380036"/>
              <a:ext cx="163652" cy="219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1" h="21315" extrusionOk="0">
                  <a:moveTo>
                    <a:pt x="125" y="460"/>
                  </a:moveTo>
                  <a:cubicBezTo>
                    <a:pt x="0" y="3278"/>
                    <a:pt x="-125" y="6095"/>
                    <a:pt x="250" y="9241"/>
                  </a:cubicBezTo>
                  <a:cubicBezTo>
                    <a:pt x="624" y="12387"/>
                    <a:pt x="1498" y="15862"/>
                    <a:pt x="2996" y="18116"/>
                  </a:cubicBezTo>
                  <a:cubicBezTo>
                    <a:pt x="4495" y="20370"/>
                    <a:pt x="6617" y="21403"/>
                    <a:pt x="8990" y="21309"/>
                  </a:cubicBezTo>
                  <a:cubicBezTo>
                    <a:pt x="11362" y="21215"/>
                    <a:pt x="13984" y="19994"/>
                    <a:pt x="16294" y="17928"/>
                  </a:cubicBezTo>
                  <a:cubicBezTo>
                    <a:pt x="18603" y="15862"/>
                    <a:pt x="20601" y="12951"/>
                    <a:pt x="21038" y="10227"/>
                  </a:cubicBezTo>
                  <a:cubicBezTo>
                    <a:pt x="21475" y="7504"/>
                    <a:pt x="20351" y="4968"/>
                    <a:pt x="18104" y="3184"/>
                  </a:cubicBezTo>
                  <a:cubicBezTo>
                    <a:pt x="15856" y="1400"/>
                    <a:pt x="12485" y="366"/>
                    <a:pt x="9364" y="85"/>
                  </a:cubicBezTo>
                  <a:cubicBezTo>
                    <a:pt x="6243" y="-197"/>
                    <a:pt x="3371" y="273"/>
                    <a:pt x="499" y="74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39" name="直线"/>
            <p:cNvSpPr/>
            <p:nvPr/>
          </p:nvSpPr>
          <p:spPr>
            <a:xfrm>
              <a:off x="21372881" y="7373176"/>
              <a:ext cx="188554" cy="1983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11" extrusionOk="0">
                  <a:moveTo>
                    <a:pt x="0" y="0"/>
                  </a:moveTo>
                  <a:cubicBezTo>
                    <a:pt x="1440" y="2307"/>
                    <a:pt x="2880" y="4614"/>
                    <a:pt x="3766" y="7759"/>
                  </a:cubicBezTo>
                  <a:cubicBezTo>
                    <a:pt x="4652" y="10905"/>
                    <a:pt x="4985" y="14889"/>
                    <a:pt x="5040" y="17196"/>
                  </a:cubicBezTo>
                  <a:cubicBezTo>
                    <a:pt x="5095" y="19503"/>
                    <a:pt x="4874" y="20132"/>
                    <a:pt x="4597" y="20656"/>
                  </a:cubicBezTo>
                  <a:cubicBezTo>
                    <a:pt x="4320" y="21181"/>
                    <a:pt x="3988" y="21600"/>
                    <a:pt x="3766" y="21495"/>
                  </a:cubicBezTo>
                  <a:cubicBezTo>
                    <a:pt x="3545" y="21390"/>
                    <a:pt x="3434" y="20761"/>
                    <a:pt x="3655" y="19241"/>
                  </a:cubicBezTo>
                  <a:cubicBezTo>
                    <a:pt x="3877" y="17720"/>
                    <a:pt x="4431" y="15309"/>
                    <a:pt x="5649" y="13159"/>
                  </a:cubicBezTo>
                  <a:cubicBezTo>
                    <a:pt x="6868" y="11010"/>
                    <a:pt x="8751" y="9122"/>
                    <a:pt x="11520" y="7602"/>
                  </a:cubicBezTo>
                  <a:cubicBezTo>
                    <a:pt x="14289" y="6082"/>
                    <a:pt x="17945" y="4928"/>
                    <a:pt x="21600" y="377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40" name="直线"/>
            <p:cNvSpPr/>
            <p:nvPr/>
          </p:nvSpPr>
          <p:spPr>
            <a:xfrm>
              <a:off x="21671666" y="7242638"/>
              <a:ext cx="139241" cy="2436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500" y="2314"/>
                    <a:pt x="3000" y="4629"/>
                    <a:pt x="5250" y="7157"/>
                  </a:cubicBezTo>
                  <a:cubicBezTo>
                    <a:pt x="7500" y="9686"/>
                    <a:pt x="10500" y="12429"/>
                    <a:pt x="13350" y="14871"/>
                  </a:cubicBezTo>
                  <a:cubicBezTo>
                    <a:pt x="16200" y="17314"/>
                    <a:pt x="18900" y="19457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41" name="直线"/>
            <p:cNvSpPr/>
            <p:nvPr/>
          </p:nvSpPr>
          <p:spPr>
            <a:xfrm>
              <a:off x="21728914" y="7280224"/>
              <a:ext cx="169019" cy="5106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1" h="21564" extrusionOk="0">
                  <a:moveTo>
                    <a:pt x="21331" y="372"/>
                  </a:moveTo>
                  <a:cubicBezTo>
                    <a:pt x="21209" y="168"/>
                    <a:pt x="21087" y="-36"/>
                    <a:pt x="21026" y="5"/>
                  </a:cubicBezTo>
                  <a:cubicBezTo>
                    <a:pt x="20965" y="46"/>
                    <a:pt x="20965" y="331"/>
                    <a:pt x="20477" y="1066"/>
                  </a:cubicBezTo>
                  <a:cubicBezTo>
                    <a:pt x="19989" y="1801"/>
                    <a:pt x="19012" y="2986"/>
                    <a:pt x="17853" y="4313"/>
                  </a:cubicBezTo>
                  <a:cubicBezTo>
                    <a:pt x="16694" y="5640"/>
                    <a:pt x="15351" y="7110"/>
                    <a:pt x="13948" y="8518"/>
                  </a:cubicBezTo>
                  <a:cubicBezTo>
                    <a:pt x="12545" y="9927"/>
                    <a:pt x="11080" y="11274"/>
                    <a:pt x="9372" y="12683"/>
                  </a:cubicBezTo>
                  <a:cubicBezTo>
                    <a:pt x="7663" y="14092"/>
                    <a:pt x="5711" y="15562"/>
                    <a:pt x="4002" y="16930"/>
                  </a:cubicBezTo>
                  <a:cubicBezTo>
                    <a:pt x="2294" y="18297"/>
                    <a:pt x="829" y="19563"/>
                    <a:pt x="280" y="20319"/>
                  </a:cubicBezTo>
                  <a:cubicBezTo>
                    <a:pt x="-269" y="21074"/>
                    <a:pt x="97" y="21319"/>
                    <a:pt x="463" y="2156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42" name="直线"/>
            <p:cNvSpPr/>
            <p:nvPr/>
          </p:nvSpPr>
          <p:spPr>
            <a:xfrm>
              <a:off x="22263437" y="7006703"/>
              <a:ext cx="232068" cy="1728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47" extrusionOk="0">
                  <a:moveTo>
                    <a:pt x="0" y="4080"/>
                  </a:moveTo>
                  <a:cubicBezTo>
                    <a:pt x="2790" y="3120"/>
                    <a:pt x="5580" y="2160"/>
                    <a:pt x="8100" y="1380"/>
                  </a:cubicBezTo>
                  <a:cubicBezTo>
                    <a:pt x="10620" y="600"/>
                    <a:pt x="12870" y="0"/>
                    <a:pt x="14715" y="0"/>
                  </a:cubicBezTo>
                  <a:cubicBezTo>
                    <a:pt x="16560" y="0"/>
                    <a:pt x="18000" y="600"/>
                    <a:pt x="18675" y="1560"/>
                  </a:cubicBezTo>
                  <a:cubicBezTo>
                    <a:pt x="19350" y="2520"/>
                    <a:pt x="19260" y="3840"/>
                    <a:pt x="18270" y="5940"/>
                  </a:cubicBezTo>
                  <a:cubicBezTo>
                    <a:pt x="17280" y="8040"/>
                    <a:pt x="15390" y="10920"/>
                    <a:pt x="13500" y="13320"/>
                  </a:cubicBezTo>
                  <a:cubicBezTo>
                    <a:pt x="11610" y="15720"/>
                    <a:pt x="9720" y="17640"/>
                    <a:pt x="8190" y="18960"/>
                  </a:cubicBezTo>
                  <a:cubicBezTo>
                    <a:pt x="6660" y="20280"/>
                    <a:pt x="5490" y="21000"/>
                    <a:pt x="5130" y="21300"/>
                  </a:cubicBezTo>
                  <a:cubicBezTo>
                    <a:pt x="4770" y="21600"/>
                    <a:pt x="5220" y="21480"/>
                    <a:pt x="7020" y="20580"/>
                  </a:cubicBezTo>
                  <a:cubicBezTo>
                    <a:pt x="8820" y="19680"/>
                    <a:pt x="11970" y="18000"/>
                    <a:pt x="14625" y="16740"/>
                  </a:cubicBezTo>
                  <a:cubicBezTo>
                    <a:pt x="17280" y="15480"/>
                    <a:pt x="19440" y="14640"/>
                    <a:pt x="21600" y="138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43" name="直线"/>
            <p:cNvSpPr/>
            <p:nvPr/>
          </p:nvSpPr>
          <p:spPr>
            <a:xfrm>
              <a:off x="22042973" y="7204928"/>
              <a:ext cx="118936" cy="71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019" y="907"/>
                    <a:pt x="18439" y="1815"/>
                    <a:pt x="17210" y="2751"/>
                  </a:cubicBezTo>
                  <a:cubicBezTo>
                    <a:pt x="15980" y="3688"/>
                    <a:pt x="15102" y="4654"/>
                    <a:pt x="14137" y="5766"/>
                  </a:cubicBezTo>
                  <a:cubicBezTo>
                    <a:pt x="13171" y="6878"/>
                    <a:pt x="12117" y="8137"/>
                    <a:pt x="10976" y="9337"/>
                  </a:cubicBezTo>
                  <a:cubicBezTo>
                    <a:pt x="9834" y="10537"/>
                    <a:pt x="8605" y="11678"/>
                    <a:pt x="7376" y="12717"/>
                  </a:cubicBezTo>
                  <a:cubicBezTo>
                    <a:pt x="6146" y="13756"/>
                    <a:pt x="4917" y="14693"/>
                    <a:pt x="3776" y="15688"/>
                  </a:cubicBezTo>
                  <a:cubicBezTo>
                    <a:pt x="2634" y="16683"/>
                    <a:pt x="1581" y="17737"/>
                    <a:pt x="966" y="18732"/>
                  </a:cubicBezTo>
                  <a:cubicBezTo>
                    <a:pt x="351" y="19727"/>
                    <a:pt x="176" y="206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44" name="直线"/>
            <p:cNvSpPr/>
            <p:nvPr/>
          </p:nvSpPr>
          <p:spPr>
            <a:xfrm>
              <a:off x="22272305" y="7361573"/>
              <a:ext cx="231902" cy="493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5" h="21600" extrusionOk="0">
                  <a:moveTo>
                    <a:pt x="253" y="21600"/>
                  </a:moveTo>
                  <a:cubicBezTo>
                    <a:pt x="74" y="19482"/>
                    <a:pt x="-105" y="17365"/>
                    <a:pt x="74" y="16094"/>
                  </a:cubicBezTo>
                  <a:cubicBezTo>
                    <a:pt x="253" y="14823"/>
                    <a:pt x="791" y="14400"/>
                    <a:pt x="2584" y="13341"/>
                  </a:cubicBezTo>
                  <a:cubicBezTo>
                    <a:pt x="4376" y="12282"/>
                    <a:pt x="7424" y="10588"/>
                    <a:pt x="10337" y="8259"/>
                  </a:cubicBezTo>
                  <a:cubicBezTo>
                    <a:pt x="13249" y="5929"/>
                    <a:pt x="16028" y="2965"/>
                    <a:pt x="17865" y="1482"/>
                  </a:cubicBezTo>
                  <a:cubicBezTo>
                    <a:pt x="19703" y="0"/>
                    <a:pt x="20599" y="0"/>
                    <a:pt x="21495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45" name="直线"/>
            <p:cNvSpPr/>
            <p:nvPr/>
          </p:nvSpPr>
          <p:spPr>
            <a:xfrm>
              <a:off x="22089386" y="7496906"/>
              <a:ext cx="627096" cy="1402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1" h="21458" extrusionOk="0">
                  <a:moveTo>
                    <a:pt x="0" y="21458"/>
                  </a:moveTo>
                  <a:cubicBezTo>
                    <a:pt x="1030" y="19979"/>
                    <a:pt x="2060" y="18499"/>
                    <a:pt x="3107" y="16946"/>
                  </a:cubicBezTo>
                  <a:cubicBezTo>
                    <a:pt x="4154" y="15392"/>
                    <a:pt x="5217" y="13765"/>
                    <a:pt x="6264" y="12359"/>
                  </a:cubicBezTo>
                  <a:cubicBezTo>
                    <a:pt x="7311" y="10954"/>
                    <a:pt x="8341" y="9770"/>
                    <a:pt x="9404" y="8735"/>
                  </a:cubicBezTo>
                  <a:cubicBezTo>
                    <a:pt x="10468" y="7699"/>
                    <a:pt x="11564" y="6811"/>
                    <a:pt x="12827" y="5702"/>
                  </a:cubicBezTo>
                  <a:cubicBezTo>
                    <a:pt x="14090" y="4592"/>
                    <a:pt x="15519" y="3261"/>
                    <a:pt x="16898" y="2225"/>
                  </a:cubicBezTo>
                  <a:cubicBezTo>
                    <a:pt x="18277" y="1189"/>
                    <a:pt x="19606" y="450"/>
                    <a:pt x="20404" y="154"/>
                  </a:cubicBezTo>
                  <a:cubicBezTo>
                    <a:pt x="21201" y="-142"/>
                    <a:pt x="21467" y="6"/>
                    <a:pt x="21534" y="450"/>
                  </a:cubicBezTo>
                  <a:cubicBezTo>
                    <a:pt x="21600" y="894"/>
                    <a:pt x="21467" y="1633"/>
                    <a:pt x="21334" y="237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46" name="直线"/>
            <p:cNvSpPr/>
            <p:nvPr/>
          </p:nvSpPr>
          <p:spPr>
            <a:xfrm>
              <a:off x="22292943" y="7312258"/>
              <a:ext cx="16908" cy="229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2" h="21600" extrusionOk="0">
                  <a:moveTo>
                    <a:pt x="20982" y="0"/>
                  </a:moveTo>
                  <a:cubicBezTo>
                    <a:pt x="13782" y="273"/>
                    <a:pt x="6582" y="547"/>
                    <a:pt x="2982" y="1914"/>
                  </a:cubicBezTo>
                  <a:cubicBezTo>
                    <a:pt x="-618" y="3281"/>
                    <a:pt x="-618" y="5742"/>
                    <a:pt x="1182" y="8795"/>
                  </a:cubicBezTo>
                  <a:cubicBezTo>
                    <a:pt x="2982" y="11848"/>
                    <a:pt x="6582" y="15494"/>
                    <a:pt x="10182" y="17727"/>
                  </a:cubicBezTo>
                  <a:cubicBezTo>
                    <a:pt x="13782" y="19960"/>
                    <a:pt x="17382" y="20780"/>
                    <a:pt x="20982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47" name="直线"/>
            <p:cNvSpPr/>
            <p:nvPr/>
          </p:nvSpPr>
          <p:spPr>
            <a:xfrm>
              <a:off x="22411379" y="7274547"/>
              <a:ext cx="40613" cy="232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514" y="2160"/>
                    <a:pt x="15429" y="4320"/>
                    <a:pt x="12343" y="7380"/>
                  </a:cubicBezTo>
                  <a:cubicBezTo>
                    <a:pt x="9258" y="10440"/>
                    <a:pt x="6172" y="14400"/>
                    <a:pt x="4115" y="16920"/>
                  </a:cubicBezTo>
                  <a:cubicBezTo>
                    <a:pt x="2058" y="19440"/>
                    <a:pt x="1029" y="2052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48" name="直线"/>
            <p:cNvSpPr/>
            <p:nvPr/>
          </p:nvSpPr>
          <p:spPr>
            <a:xfrm>
              <a:off x="22275502" y="7526920"/>
              <a:ext cx="167788" cy="3530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1" h="21428" extrusionOk="0">
                  <a:moveTo>
                    <a:pt x="4410" y="0"/>
                  </a:moveTo>
                  <a:cubicBezTo>
                    <a:pt x="3789" y="59"/>
                    <a:pt x="3169" y="117"/>
                    <a:pt x="2734" y="293"/>
                  </a:cubicBezTo>
                  <a:cubicBezTo>
                    <a:pt x="2300" y="470"/>
                    <a:pt x="2051" y="763"/>
                    <a:pt x="1741" y="1996"/>
                  </a:cubicBezTo>
                  <a:cubicBezTo>
                    <a:pt x="1431" y="3228"/>
                    <a:pt x="1058" y="5400"/>
                    <a:pt x="748" y="7542"/>
                  </a:cubicBezTo>
                  <a:cubicBezTo>
                    <a:pt x="438" y="9685"/>
                    <a:pt x="189" y="11798"/>
                    <a:pt x="65" y="13764"/>
                  </a:cubicBezTo>
                  <a:cubicBezTo>
                    <a:pt x="-59" y="15730"/>
                    <a:pt x="-59" y="17550"/>
                    <a:pt x="562" y="18871"/>
                  </a:cubicBezTo>
                  <a:cubicBezTo>
                    <a:pt x="1182" y="20191"/>
                    <a:pt x="2424" y="21013"/>
                    <a:pt x="4224" y="21307"/>
                  </a:cubicBezTo>
                  <a:cubicBezTo>
                    <a:pt x="6024" y="21600"/>
                    <a:pt x="8382" y="21365"/>
                    <a:pt x="10989" y="20573"/>
                  </a:cubicBezTo>
                  <a:cubicBezTo>
                    <a:pt x="13596" y="19780"/>
                    <a:pt x="16451" y="18430"/>
                    <a:pt x="18251" y="17345"/>
                  </a:cubicBezTo>
                  <a:cubicBezTo>
                    <a:pt x="20051" y="16259"/>
                    <a:pt x="20796" y="15437"/>
                    <a:pt x="21541" y="1461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49" name="直线"/>
            <p:cNvSpPr/>
            <p:nvPr/>
          </p:nvSpPr>
          <p:spPr>
            <a:xfrm>
              <a:off x="22411379" y="7706772"/>
              <a:ext cx="203060" cy="609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366" y="3429"/>
                    <a:pt x="4731" y="6857"/>
                    <a:pt x="7560" y="10114"/>
                  </a:cubicBezTo>
                  <a:cubicBezTo>
                    <a:pt x="10389" y="13371"/>
                    <a:pt x="13680" y="16457"/>
                    <a:pt x="16097" y="18343"/>
                  </a:cubicBezTo>
                  <a:cubicBezTo>
                    <a:pt x="18514" y="20229"/>
                    <a:pt x="20057" y="20914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50" name="直线"/>
            <p:cNvSpPr/>
            <p:nvPr/>
          </p:nvSpPr>
          <p:spPr>
            <a:xfrm>
              <a:off x="22466495" y="7660359"/>
              <a:ext cx="107333" cy="110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6735" y="3221"/>
                    <a:pt x="11870" y="6442"/>
                    <a:pt x="8270" y="10042"/>
                  </a:cubicBezTo>
                  <a:cubicBezTo>
                    <a:pt x="4670" y="13642"/>
                    <a:pt x="2335" y="1762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51" name="直线"/>
            <p:cNvSpPr/>
            <p:nvPr/>
          </p:nvSpPr>
          <p:spPr>
            <a:xfrm>
              <a:off x="22885625" y="7174859"/>
              <a:ext cx="204551" cy="271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3" h="20927" extrusionOk="0">
                  <a:moveTo>
                    <a:pt x="768" y="20927"/>
                  </a:moveTo>
                  <a:cubicBezTo>
                    <a:pt x="361" y="18692"/>
                    <a:pt x="-47" y="16458"/>
                    <a:pt x="4" y="14596"/>
                  </a:cubicBezTo>
                  <a:cubicBezTo>
                    <a:pt x="55" y="12734"/>
                    <a:pt x="564" y="11244"/>
                    <a:pt x="2755" y="7892"/>
                  </a:cubicBezTo>
                  <a:cubicBezTo>
                    <a:pt x="4946" y="4541"/>
                    <a:pt x="8817" y="-673"/>
                    <a:pt x="12230" y="72"/>
                  </a:cubicBezTo>
                  <a:cubicBezTo>
                    <a:pt x="15644" y="817"/>
                    <a:pt x="18598" y="7520"/>
                    <a:pt x="21553" y="1422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52" name="直线"/>
            <p:cNvSpPr/>
            <p:nvPr/>
          </p:nvSpPr>
          <p:spPr>
            <a:xfrm>
              <a:off x="22878414" y="7347068"/>
              <a:ext cx="246572" cy="60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626" y="18171"/>
                    <a:pt x="5252" y="14743"/>
                    <a:pt x="8089" y="11314"/>
                  </a:cubicBezTo>
                  <a:cubicBezTo>
                    <a:pt x="10927" y="7886"/>
                    <a:pt x="13976" y="4457"/>
                    <a:pt x="16264" y="2571"/>
                  </a:cubicBezTo>
                  <a:cubicBezTo>
                    <a:pt x="18551" y="686"/>
                    <a:pt x="20075" y="34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53" name="直线"/>
            <p:cNvSpPr/>
            <p:nvPr/>
          </p:nvSpPr>
          <p:spPr>
            <a:xfrm>
              <a:off x="23003150" y="7445697"/>
              <a:ext cx="8704" cy="226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9200" y="3600"/>
                    <a:pt x="16800" y="7200"/>
                    <a:pt x="14400" y="10477"/>
                  </a:cubicBezTo>
                  <a:cubicBezTo>
                    <a:pt x="12000" y="13754"/>
                    <a:pt x="9600" y="16708"/>
                    <a:pt x="7200" y="18508"/>
                  </a:cubicBezTo>
                  <a:cubicBezTo>
                    <a:pt x="4800" y="20308"/>
                    <a:pt x="2400" y="20954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54" name="直线"/>
            <p:cNvSpPr/>
            <p:nvPr/>
          </p:nvSpPr>
          <p:spPr>
            <a:xfrm>
              <a:off x="22834902" y="7515317"/>
              <a:ext cx="110233" cy="104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758" y="1000"/>
                    <a:pt x="15916" y="2000"/>
                    <a:pt x="12600" y="5000"/>
                  </a:cubicBezTo>
                  <a:cubicBezTo>
                    <a:pt x="9284" y="8000"/>
                    <a:pt x="5495" y="13000"/>
                    <a:pt x="3316" y="16100"/>
                  </a:cubicBezTo>
                  <a:cubicBezTo>
                    <a:pt x="1137" y="19200"/>
                    <a:pt x="568" y="20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55" name="直线"/>
            <p:cNvSpPr/>
            <p:nvPr/>
          </p:nvSpPr>
          <p:spPr>
            <a:xfrm>
              <a:off x="23093075" y="7561730"/>
              <a:ext cx="121837" cy="69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114" y="5700"/>
                    <a:pt x="8229" y="11400"/>
                    <a:pt x="11829" y="15000"/>
                  </a:cubicBezTo>
                  <a:cubicBezTo>
                    <a:pt x="15429" y="18600"/>
                    <a:pt x="18514" y="201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56" name="直线"/>
            <p:cNvSpPr/>
            <p:nvPr/>
          </p:nvSpPr>
          <p:spPr>
            <a:xfrm>
              <a:off x="15290485" y="8594850"/>
              <a:ext cx="112740" cy="24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015" extrusionOk="0">
                  <a:moveTo>
                    <a:pt x="0" y="7055"/>
                  </a:moveTo>
                  <a:cubicBezTo>
                    <a:pt x="771" y="2735"/>
                    <a:pt x="1543" y="-1585"/>
                    <a:pt x="5143" y="575"/>
                  </a:cubicBezTo>
                  <a:cubicBezTo>
                    <a:pt x="8743" y="2735"/>
                    <a:pt x="15171" y="11375"/>
                    <a:pt x="21600" y="2001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57" name="直线"/>
            <p:cNvSpPr/>
            <p:nvPr/>
          </p:nvSpPr>
          <p:spPr>
            <a:xfrm>
              <a:off x="14964577" y="8825069"/>
              <a:ext cx="19902" cy="185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8" h="21600" extrusionOk="0">
                  <a:moveTo>
                    <a:pt x="3818" y="0"/>
                  </a:moveTo>
                  <a:cubicBezTo>
                    <a:pt x="1118" y="1565"/>
                    <a:pt x="-1582" y="3130"/>
                    <a:pt x="1118" y="6261"/>
                  </a:cubicBezTo>
                  <a:cubicBezTo>
                    <a:pt x="3818" y="9391"/>
                    <a:pt x="11918" y="14087"/>
                    <a:pt x="15968" y="16904"/>
                  </a:cubicBezTo>
                  <a:cubicBezTo>
                    <a:pt x="20018" y="19722"/>
                    <a:pt x="20018" y="20661"/>
                    <a:pt x="20018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58" name="直线"/>
            <p:cNvSpPr/>
            <p:nvPr/>
          </p:nvSpPr>
          <p:spPr>
            <a:xfrm>
              <a:off x="15105270" y="8706961"/>
              <a:ext cx="473358" cy="1785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9" h="21600" extrusionOk="0">
                  <a:moveTo>
                    <a:pt x="0" y="21600"/>
                  </a:moveTo>
                  <a:cubicBezTo>
                    <a:pt x="1643" y="18514"/>
                    <a:pt x="3286" y="15429"/>
                    <a:pt x="5263" y="12668"/>
                  </a:cubicBezTo>
                  <a:cubicBezTo>
                    <a:pt x="7241" y="9907"/>
                    <a:pt x="9553" y="7471"/>
                    <a:pt x="11804" y="5522"/>
                  </a:cubicBezTo>
                  <a:cubicBezTo>
                    <a:pt x="14055" y="3573"/>
                    <a:pt x="16246" y="2111"/>
                    <a:pt x="17676" y="1218"/>
                  </a:cubicBezTo>
                  <a:cubicBezTo>
                    <a:pt x="19105" y="325"/>
                    <a:pt x="19775" y="0"/>
                    <a:pt x="20261" y="0"/>
                  </a:cubicBezTo>
                  <a:cubicBezTo>
                    <a:pt x="20748" y="0"/>
                    <a:pt x="21052" y="325"/>
                    <a:pt x="21265" y="1462"/>
                  </a:cubicBezTo>
                  <a:cubicBezTo>
                    <a:pt x="21478" y="2598"/>
                    <a:pt x="21600" y="4547"/>
                    <a:pt x="21174" y="8039"/>
                  </a:cubicBezTo>
                  <a:cubicBezTo>
                    <a:pt x="20748" y="11531"/>
                    <a:pt x="19775" y="16565"/>
                    <a:pt x="18801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59" name="直线"/>
            <p:cNvSpPr/>
            <p:nvPr/>
          </p:nvSpPr>
          <p:spPr>
            <a:xfrm>
              <a:off x="15330430" y="8837148"/>
              <a:ext cx="60716" cy="100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2" h="21600" extrusionOk="0">
                  <a:moveTo>
                    <a:pt x="4338" y="0"/>
                  </a:moveTo>
                  <a:cubicBezTo>
                    <a:pt x="2459" y="864"/>
                    <a:pt x="581" y="1728"/>
                    <a:pt x="112" y="3024"/>
                  </a:cubicBezTo>
                  <a:cubicBezTo>
                    <a:pt x="-358" y="4320"/>
                    <a:pt x="581" y="6048"/>
                    <a:pt x="4338" y="9216"/>
                  </a:cubicBezTo>
                  <a:cubicBezTo>
                    <a:pt x="8094" y="12384"/>
                    <a:pt x="14668" y="16992"/>
                    <a:pt x="21242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60" name="直线"/>
            <p:cNvSpPr/>
            <p:nvPr/>
          </p:nvSpPr>
          <p:spPr>
            <a:xfrm>
              <a:off x="15213983" y="9014352"/>
              <a:ext cx="174112" cy="390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0" h="21524" extrusionOk="0">
                  <a:moveTo>
                    <a:pt x="5936" y="2883"/>
                  </a:moveTo>
                  <a:cubicBezTo>
                    <a:pt x="10223" y="1995"/>
                    <a:pt x="14510" y="1108"/>
                    <a:pt x="17148" y="590"/>
                  </a:cubicBezTo>
                  <a:cubicBezTo>
                    <a:pt x="19786" y="72"/>
                    <a:pt x="20776" y="-76"/>
                    <a:pt x="21188" y="35"/>
                  </a:cubicBezTo>
                  <a:cubicBezTo>
                    <a:pt x="21600" y="146"/>
                    <a:pt x="21435" y="516"/>
                    <a:pt x="20198" y="1736"/>
                  </a:cubicBezTo>
                  <a:cubicBezTo>
                    <a:pt x="18962" y="2957"/>
                    <a:pt x="16653" y="5028"/>
                    <a:pt x="14428" y="7247"/>
                  </a:cubicBezTo>
                  <a:cubicBezTo>
                    <a:pt x="12202" y="9466"/>
                    <a:pt x="10058" y="11834"/>
                    <a:pt x="7667" y="14238"/>
                  </a:cubicBezTo>
                  <a:cubicBezTo>
                    <a:pt x="5276" y="16642"/>
                    <a:pt x="2638" y="19083"/>
                    <a:pt x="0" y="2152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61" name="直线"/>
            <p:cNvSpPr/>
            <p:nvPr/>
          </p:nvSpPr>
          <p:spPr>
            <a:xfrm>
              <a:off x="15326723" y="9139129"/>
              <a:ext cx="334192" cy="1698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28" extrusionOk="0">
                  <a:moveTo>
                    <a:pt x="0" y="0"/>
                  </a:moveTo>
                  <a:cubicBezTo>
                    <a:pt x="347" y="4652"/>
                    <a:pt x="694" y="9305"/>
                    <a:pt x="1822" y="13043"/>
                  </a:cubicBezTo>
                  <a:cubicBezTo>
                    <a:pt x="2949" y="16782"/>
                    <a:pt x="4858" y="19606"/>
                    <a:pt x="7070" y="20603"/>
                  </a:cubicBezTo>
                  <a:cubicBezTo>
                    <a:pt x="9282" y="21600"/>
                    <a:pt x="11798" y="20769"/>
                    <a:pt x="14270" y="18858"/>
                  </a:cubicBezTo>
                  <a:cubicBezTo>
                    <a:pt x="16742" y="16948"/>
                    <a:pt x="19171" y="13957"/>
                    <a:pt x="21600" y="1096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62" name="直线"/>
            <p:cNvSpPr/>
            <p:nvPr/>
          </p:nvSpPr>
          <p:spPr>
            <a:xfrm>
              <a:off x="15970774" y="8643881"/>
              <a:ext cx="229679" cy="52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1" h="21600" extrusionOk="0">
                  <a:moveTo>
                    <a:pt x="1147" y="21600"/>
                  </a:moveTo>
                  <a:cubicBezTo>
                    <a:pt x="519" y="21046"/>
                    <a:pt x="-109" y="20492"/>
                    <a:pt x="17" y="20215"/>
                  </a:cubicBezTo>
                  <a:cubicBezTo>
                    <a:pt x="142" y="19938"/>
                    <a:pt x="1021" y="19938"/>
                    <a:pt x="3219" y="18554"/>
                  </a:cubicBezTo>
                  <a:cubicBezTo>
                    <a:pt x="5417" y="17169"/>
                    <a:pt x="8933" y="14400"/>
                    <a:pt x="12198" y="11077"/>
                  </a:cubicBezTo>
                  <a:cubicBezTo>
                    <a:pt x="15463" y="7754"/>
                    <a:pt x="18477" y="3877"/>
                    <a:pt x="21491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63" name="直线"/>
            <p:cNvSpPr/>
            <p:nvPr/>
          </p:nvSpPr>
          <p:spPr>
            <a:xfrm>
              <a:off x="15958868" y="8821043"/>
              <a:ext cx="44291" cy="96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11" extrusionOk="0">
                  <a:moveTo>
                    <a:pt x="0" y="0"/>
                  </a:moveTo>
                  <a:cubicBezTo>
                    <a:pt x="1309" y="5918"/>
                    <a:pt x="2618" y="11836"/>
                    <a:pt x="4582" y="15534"/>
                  </a:cubicBezTo>
                  <a:cubicBezTo>
                    <a:pt x="6545" y="19233"/>
                    <a:pt x="9163" y="20712"/>
                    <a:pt x="12109" y="21156"/>
                  </a:cubicBezTo>
                  <a:cubicBezTo>
                    <a:pt x="15054" y="21600"/>
                    <a:pt x="18327" y="21008"/>
                    <a:pt x="21600" y="2041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64" name="直线"/>
            <p:cNvSpPr/>
            <p:nvPr/>
          </p:nvSpPr>
          <p:spPr>
            <a:xfrm>
              <a:off x="15983026" y="8753791"/>
              <a:ext cx="238734" cy="1729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4" h="21249" extrusionOk="0">
                  <a:moveTo>
                    <a:pt x="0" y="9746"/>
                  </a:moveTo>
                  <a:cubicBezTo>
                    <a:pt x="3499" y="8262"/>
                    <a:pt x="6999" y="6778"/>
                    <a:pt x="10317" y="5129"/>
                  </a:cubicBezTo>
                  <a:cubicBezTo>
                    <a:pt x="13636" y="3480"/>
                    <a:pt x="16773" y="1667"/>
                    <a:pt x="18644" y="760"/>
                  </a:cubicBezTo>
                  <a:cubicBezTo>
                    <a:pt x="20514" y="-147"/>
                    <a:pt x="21117" y="-147"/>
                    <a:pt x="21359" y="265"/>
                  </a:cubicBezTo>
                  <a:cubicBezTo>
                    <a:pt x="21600" y="677"/>
                    <a:pt x="21479" y="1502"/>
                    <a:pt x="20454" y="3151"/>
                  </a:cubicBezTo>
                  <a:cubicBezTo>
                    <a:pt x="19428" y="4800"/>
                    <a:pt x="17497" y="7273"/>
                    <a:pt x="14842" y="10076"/>
                  </a:cubicBezTo>
                  <a:cubicBezTo>
                    <a:pt x="12188" y="12879"/>
                    <a:pt x="8809" y="16012"/>
                    <a:pt x="6878" y="17908"/>
                  </a:cubicBezTo>
                  <a:cubicBezTo>
                    <a:pt x="4948" y="19804"/>
                    <a:pt x="4465" y="20464"/>
                    <a:pt x="4525" y="20876"/>
                  </a:cubicBezTo>
                  <a:cubicBezTo>
                    <a:pt x="4586" y="21288"/>
                    <a:pt x="5189" y="21453"/>
                    <a:pt x="6878" y="20876"/>
                  </a:cubicBezTo>
                  <a:cubicBezTo>
                    <a:pt x="8568" y="20299"/>
                    <a:pt x="11343" y="18980"/>
                    <a:pt x="14118" y="1766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65" name="直线"/>
            <p:cNvSpPr/>
            <p:nvPr/>
          </p:nvSpPr>
          <p:spPr>
            <a:xfrm>
              <a:off x="16041231" y="8559166"/>
              <a:ext cx="46482" cy="575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3" h="21556" extrusionOk="0">
                  <a:moveTo>
                    <a:pt x="1007" y="760"/>
                  </a:moveTo>
                  <a:cubicBezTo>
                    <a:pt x="390" y="408"/>
                    <a:pt x="-227" y="56"/>
                    <a:pt x="82" y="6"/>
                  </a:cubicBezTo>
                  <a:cubicBezTo>
                    <a:pt x="390" y="-44"/>
                    <a:pt x="1624" y="207"/>
                    <a:pt x="4093" y="1312"/>
                  </a:cubicBezTo>
                  <a:cubicBezTo>
                    <a:pt x="6562" y="2417"/>
                    <a:pt x="10265" y="4376"/>
                    <a:pt x="12733" y="6285"/>
                  </a:cubicBezTo>
                  <a:cubicBezTo>
                    <a:pt x="15202" y="8194"/>
                    <a:pt x="16436" y="10053"/>
                    <a:pt x="17053" y="11987"/>
                  </a:cubicBezTo>
                  <a:cubicBezTo>
                    <a:pt x="17670" y="13921"/>
                    <a:pt x="17670" y="15930"/>
                    <a:pt x="18287" y="17537"/>
                  </a:cubicBezTo>
                  <a:cubicBezTo>
                    <a:pt x="18904" y="19145"/>
                    <a:pt x="20139" y="20350"/>
                    <a:pt x="21373" y="2155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66" name="直线"/>
            <p:cNvSpPr/>
            <p:nvPr/>
          </p:nvSpPr>
          <p:spPr>
            <a:xfrm>
              <a:off x="16003158" y="8949887"/>
              <a:ext cx="108714" cy="1449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933" y="2600"/>
                    <a:pt x="16267" y="5200"/>
                    <a:pt x="12667" y="8800"/>
                  </a:cubicBezTo>
                  <a:cubicBezTo>
                    <a:pt x="9067" y="12400"/>
                    <a:pt x="4533" y="170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67" name="直线"/>
            <p:cNvSpPr/>
            <p:nvPr/>
          </p:nvSpPr>
          <p:spPr>
            <a:xfrm>
              <a:off x="16063554" y="9061285"/>
              <a:ext cx="245612" cy="53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131" y="10800"/>
                    <a:pt x="8262" y="0"/>
                    <a:pt x="11862" y="0"/>
                  </a:cubicBezTo>
                  <a:cubicBezTo>
                    <a:pt x="15462" y="0"/>
                    <a:pt x="18531" y="108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68" name="直线"/>
            <p:cNvSpPr/>
            <p:nvPr/>
          </p:nvSpPr>
          <p:spPr>
            <a:xfrm>
              <a:off x="16325731" y="8555300"/>
              <a:ext cx="173193" cy="394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7" h="21600" extrusionOk="0">
                  <a:moveTo>
                    <a:pt x="932" y="0"/>
                  </a:moveTo>
                  <a:cubicBezTo>
                    <a:pt x="603" y="2351"/>
                    <a:pt x="273" y="4702"/>
                    <a:pt x="108" y="6061"/>
                  </a:cubicBezTo>
                  <a:cubicBezTo>
                    <a:pt x="-57" y="7420"/>
                    <a:pt x="-57" y="7788"/>
                    <a:pt x="273" y="8082"/>
                  </a:cubicBezTo>
                  <a:cubicBezTo>
                    <a:pt x="603" y="8376"/>
                    <a:pt x="1262" y="8596"/>
                    <a:pt x="2334" y="8522"/>
                  </a:cubicBezTo>
                  <a:cubicBezTo>
                    <a:pt x="3406" y="8449"/>
                    <a:pt x="4890" y="8082"/>
                    <a:pt x="7693" y="7641"/>
                  </a:cubicBezTo>
                  <a:cubicBezTo>
                    <a:pt x="10496" y="7200"/>
                    <a:pt x="14618" y="6686"/>
                    <a:pt x="17091" y="6429"/>
                  </a:cubicBezTo>
                  <a:cubicBezTo>
                    <a:pt x="19564" y="6171"/>
                    <a:pt x="20389" y="6171"/>
                    <a:pt x="20883" y="6355"/>
                  </a:cubicBezTo>
                  <a:cubicBezTo>
                    <a:pt x="21378" y="6539"/>
                    <a:pt x="21543" y="6906"/>
                    <a:pt x="20554" y="8045"/>
                  </a:cubicBezTo>
                  <a:cubicBezTo>
                    <a:pt x="19564" y="9184"/>
                    <a:pt x="17421" y="11094"/>
                    <a:pt x="14700" y="13188"/>
                  </a:cubicBezTo>
                  <a:cubicBezTo>
                    <a:pt x="11980" y="15282"/>
                    <a:pt x="8682" y="17559"/>
                    <a:pt x="6538" y="18992"/>
                  </a:cubicBezTo>
                  <a:cubicBezTo>
                    <a:pt x="4395" y="20424"/>
                    <a:pt x="3406" y="21012"/>
                    <a:pt x="2416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69" name="直线"/>
            <p:cNvSpPr/>
            <p:nvPr/>
          </p:nvSpPr>
          <p:spPr>
            <a:xfrm>
              <a:off x="16329297" y="8804937"/>
              <a:ext cx="269770" cy="684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967" y="2965"/>
                    <a:pt x="1934" y="5929"/>
                    <a:pt x="4299" y="8259"/>
                  </a:cubicBezTo>
                  <a:cubicBezTo>
                    <a:pt x="6663" y="10588"/>
                    <a:pt x="10424" y="12282"/>
                    <a:pt x="13540" y="14400"/>
                  </a:cubicBezTo>
                  <a:cubicBezTo>
                    <a:pt x="16657" y="16518"/>
                    <a:pt x="19128" y="19059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70" name="直线"/>
            <p:cNvSpPr/>
            <p:nvPr/>
          </p:nvSpPr>
          <p:spPr>
            <a:xfrm>
              <a:off x="16244743" y="9045093"/>
              <a:ext cx="175023" cy="3195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9" h="21515" extrusionOk="0">
                  <a:moveTo>
                    <a:pt x="0" y="2807"/>
                  </a:moveTo>
                  <a:cubicBezTo>
                    <a:pt x="3764" y="2265"/>
                    <a:pt x="7527" y="1723"/>
                    <a:pt x="10473" y="1271"/>
                  </a:cubicBezTo>
                  <a:cubicBezTo>
                    <a:pt x="13418" y="819"/>
                    <a:pt x="15545" y="457"/>
                    <a:pt x="17100" y="231"/>
                  </a:cubicBezTo>
                  <a:cubicBezTo>
                    <a:pt x="18655" y="5"/>
                    <a:pt x="19636" y="-85"/>
                    <a:pt x="20373" y="96"/>
                  </a:cubicBezTo>
                  <a:cubicBezTo>
                    <a:pt x="21109" y="277"/>
                    <a:pt x="21600" y="728"/>
                    <a:pt x="21191" y="2084"/>
                  </a:cubicBezTo>
                  <a:cubicBezTo>
                    <a:pt x="20782" y="3440"/>
                    <a:pt x="19473" y="5699"/>
                    <a:pt x="18327" y="8230"/>
                  </a:cubicBezTo>
                  <a:cubicBezTo>
                    <a:pt x="17182" y="10760"/>
                    <a:pt x="16200" y="13562"/>
                    <a:pt x="16036" y="15821"/>
                  </a:cubicBezTo>
                  <a:cubicBezTo>
                    <a:pt x="15873" y="18081"/>
                    <a:pt x="16527" y="19798"/>
                    <a:pt x="17182" y="2151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71" name="直线"/>
            <p:cNvSpPr/>
            <p:nvPr/>
          </p:nvSpPr>
          <p:spPr>
            <a:xfrm>
              <a:off x="16397745" y="9163287"/>
              <a:ext cx="136899" cy="483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72" name="直线"/>
            <p:cNvSpPr/>
            <p:nvPr/>
          </p:nvSpPr>
          <p:spPr>
            <a:xfrm>
              <a:off x="16186165" y="9239789"/>
              <a:ext cx="42473" cy="153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04" h="21600" extrusionOk="0">
                  <a:moveTo>
                    <a:pt x="8669" y="0"/>
                  </a:moveTo>
                  <a:cubicBezTo>
                    <a:pt x="3586" y="2653"/>
                    <a:pt x="-1496" y="5305"/>
                    <a:pt x="410" y="8905"/>
                  </a:cubicBezTo>
                  <a:cubicBezTo>
                    <a:pt x="2316" y="12505"/>
                    <a:pt x="11210" y="17053"/>
                    <a:pt x="20104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73" name="直线"/>
            <p:cNvSpPr/>
            <p:nvPr/>
          </p:nvSpPr>
          <p:spPr>
            <a:xfrm>
              <a:off x="16156161" y="9372660"/>
              <a:ext cx="426800" cy="340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81" extrusionOk="0">
                  <a:moveTo>
                    <a:pt x="0" y="14954"/>
                  </a:moveTo>
                  <a:cubicBezTo>
                    <a:pt x="2106" y="17446"/>
                    <a:pt x="4211" y="19938"/>
                    <a:pt x="6521" y="20769"/>
                  </a:cubicBezTo>
                  <a:cubicBezTo>
                    <a:pt x="8830" y="21600"/>
                    <a:pt x="11343" y="20769"/>
                    <a:pt x="13721" y="18277"/>
                  </a:cubicBezTo>
                  <a:cubicBezTo>
                    <a:pt x="16098" y="15785"/>
                    <a:pt x="18340" y="11631"/>
                    <a:pt x="19630" y="8308"/>
                  </a:cubicBezTo>
                  <a:cubicBezTo>
                    <a:pt x="20921" y="4985"/>
                    <a:pt x="21260" y="2492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74" name="直线"/>
            <p:cNvSpPr/>
            <p:nvPr/>
          </p:nvSpPr>
          <p:spPr>
            <a:xfrm>
              <a:off x="16932408" y="8583485"/>
              <a:ext cx="73325" cy="88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3" h="21600" extrusionOk="0">
                  <a:moveTo>
                    <a:pt x="244" y="0"/>
                  </a:moveTo>
                  <a:cubicBezTo>
                    <a:pt x="-141" y="1636"/>
                    <a:pt x="-527" y="3273"/>
                    <a:pt x="2944" y="6873"/>
                  </a:cubicBezTo>
                  <a:cubicBezTo>
                    <a:pt x="6416" y="10473"/>
                    <a:pt x="13744" y="16036"/>
                    <a:pt x="21073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75" name="直线"/>
            <p:cNvSpPr/>
            <p:nvPr/>
          </p:nvSpPr>
          <p:spPr>
            <a:xfrm>
              <a:off x="16892993" y="8794112"/>
              <a:ext cx="189242" cy="246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48" extrusionOk="0">
                  <a:moveTo>
                    <a:pt x="0" y="239"/>
                  </a:moveTo>
                  <a:cubicBezTo>
                    <a:pt x="2145" y="8"/>
                    <a:pt x="4289" y="-223"/>
                    <a:pt x="5821" y="412"/>
                  </a:cubicBezTo>
                  <a:cubicBezTo>
                    <a:pt x="7353" y="1048"/>
                    <a:pt x="8272" y="2549"/>
                    <a:pt x="8502" y="5264"/>
                  </a:cubicBezTo>
                  <a:cubicBezTo>
                    <a:pt x="8732" y="7978"/>
                    <a:pt x="8272" y="11905"/>
                    <a:pt x="7889" y="14504"/>
                  </a:cubicBezTo>
                  <a:cubicBezTo>
                    <a:pt x="7506" y="17103"/>
                    <a:pt x="7200" y="18374"/>
                    <a:pt x="7047" y="19298"/>
                  </a:cubicBezTo>
                  <a:cubicBezTo>
                    <a:pt x="6894" y="20222"/>
                    <a:pt x="6894" y="20799"/>
                    <a:pt x="7277" y="21088"/>
                  </a:cubicBezTo>
                  <a:cubicBezTo>
                    <a:pt x="7660" y="21377"/>
                    <a:pt x="8426" y="21377"/>
                    <a:pt x="10494" y="20222"/>
                  </a:cubicBezTo>
                  <a:cubicBezTo>
                    <a:pt x="12562" y="19067"/>
                    <a:pt x="15932" y="16757"/>
                    <a:pt x="18000" y="15313"/>
                  </a:cubicBezTo>
                  <a:cubicBezTo>
                    <a:pt x="20068" y="13869"/>
                    <a:pt x="20834" y="13291"/>
                    <a:pt x="21600" y="1271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76" name="直线"/>
            <p:cNvSpPr/>
            <p:nvPr/>
          </p:nvSpPr>
          <p:spPr>
            <a:xfrm>
              <a:off x="17283554" y="8575432"/>
              <a:ext cx="161057" cy="194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75" extrusionOk="0">
                  <a:moveTo>
                    <a:pt x="0" y="0"/>
                  </a:moveTo>
                  <a:cubicBezTo>
                    <a:pt x="3600" y="444"/>
                    <a:pt x="7200" y="888"/>
                    <a:pt x="10080" y="1110"/>
                  </a:cubicBezTo>
                  <a:cubicBezTo>
                    <a:pt x="12960" y="1332"/>
                    <a:pt x="15120" y="1332"/>
                    <a:pt x="16650" y="1332"/>
                  </a:cubicBezTo>
                  <a:cubicBezTo>
                    <a:pt x="18180" y="1332"/>
                    <a:pt x="19080" y="1332"/>
                    <a:pt x="19620" y="1775"/>
                  </a:cubicBezTo>
                  <a:cubicBezTo>
                    <a:pt x="20160" y="2219"/>
                    <a:pt x="20340" y="3107"/>
                    <a:pt x="19080" y="4956"/>
                  </a:cubicBezTo>
                  <a:cubicBezTo>
                    <a:pt x="17820" y="6805"/>
                    <a:pt x="15120" y="9616"/>
                    <a:pt x="12960" y="11910"/>
                  </a:cubicBezTo>
                  <a:cubicBezTo>
                    <a:pt x="10800" y="14203"/>
                    <a:pt x="9180" y="15978"/>
                    <a:pt x="8010" y="17310"/>
                  </a:cubicBezTo>
                  <a:cubicBezTo>
                    <a:pt x="6840" y="18641"/>
                    <a:pt x="6120" y="19529"/>
                    <a:pt x="6120" y="20268"/>
                  </a:cubicBezTo>
                  <a:cubicBezTo>
                    <a:pt x="6120" y="21008"/>
                    <a:pt x="6840" y="21600"/>
                    <a:pt x="8910" y="21452"/>
                  </a:cubicBezTo>
                  <a:cubicBezTo>
                    <a:pt x="10980" y="21304"/>
                    <a:pt x="14400" y="20416"/>
                    <a:pt x="16740" y="19899"/>
                  </a:cubicBezTo>
                  <a:cubicBezTo>
                    <a:pt x="19080" y="19381"/>
                    <a:pt x="20340" y="19233"/>
                    <a:pt x="21600" y="19085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77" name="直线"/>
            <p:cNvSpPr/>
            <p:nvPr/>
          </p:nvSpPr>
          <p:spPr>
            <a:xfrm>
              <a:off x="17268926" y="8812990"/>
              <a:ext cx="272319" cy="1696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3" h="21166" extrusionOk="0">
                  <a:moveTo>
                    <a:pt x="518" y="0"/>
                  </a:moveTo>
                  <a:cubicBezTo>
                    <a:pt x="201" y="4353"/>
                    <a:pt x="-117" y="8707"/>
                    <a:pt x="42" y="12140"/>
                  </a:cubicBezTo>
                  <a:cubicBezTo>
                    <a:pt x="201" y="15572"/>
                    <a:pt x="836" y="18084"/>
                    <a:pt x="2001" y="19591"/>
                  </a:cubicBezTo>
                  <a:cubicBezTo>
                    <a:pt x="3165" y="21098"/>
                    <a:pt x="4859" y="21600"/>
                    <a:pt x="7136" y="20763"/>
                  </a:cubicBezTo>
                  <a:cubicBezTo>
                    <a:pt x="9412" y="19926"/>
                    <a:pt x="12271" y="17749"/>
                    <a:pt x="14759" y="15907"/>
                  </a:cubicBezTo>
                  <a:cubicBezTo>
                    <a:pt x="17248" y="14065"/>
                    <a:pt x="19365" y="12558"/>
                    <a:pt x="21483" y="1105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78" name="直线"/>
            <p:cNvSpPr/>
            <p:nvPr/>
          </p:nvSpPr>
          <p:spPr>
            <a:xfrm>
              <a:off x="17754643" y="8445191"/>
              <a:ext cx="215712" cy="2429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0" h="21486" extrusionOk="0">
                  <a:moveTo>
                    <a:pt x="0" y="1904"/>
                  </a:moveTo>
                  <a:cubicBezTo>
                    <a:pt x="400" y="1310"/>
                    <a:pt x="800" y="717"/>
                    <a:pt x="2333" y="361"/>
                  </a:cubicBezTo>
                  <a:cubicBezTo>
                    <a:pt x="3867" y="5"/>
                    <a:pt x="6533" y="-114"/>
                    <a:pt x="9667" y="123"/>
                  </a:cubicBezTo>
                  <a:cubicBezTo>
                    <a:pt x="12800" y="361"/>
                    <a:pt x="16400" y="954"/>
                    <a:pt x="18600" y="2319"/>
                  </a:cubicBezTo>
                  <a:cubicBezTo>
                    <a:pt x="20800" y="3684"/>
                    <a:pt x="21600" y="5820"/>
                    <a:pt x="21400" y="8846"/>
                  </a:cubicBezTo>
                  <a:cubicBezTo>
                    <a:pt x="21200" y="11873"/>
                    <a:pt x="20000" y="15789"/>
                    <a:pt x="19333" y="18044"/>
                  </a:cubicBezTo>
                  <a:cubicBezTo>
                    <a:pt x="18667" y="20299"/>
                    <a:pt x="18533" y="20893"/>
                    <a:pt x="18400" y="2148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79" name="直线"/>
            <p:cNvSpPr/>
            <p:nvPr/>
          </p:nvSpPr>
          <p:spPr>
            <a:xfrm>
              <a:off x="17782828" y="8565762"/>
              <a:ext cx="218258" cy="37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8" h="21008" extrusionOk="0">
                  <a:moveTo>
                    <a:pt x="0" y="21008"/>
                  </a:moveTo>
                  <a:cubicBezTo>
                    <a:pt x="2618" y="17284"/>
                    <a:pt x="5236" y="13560"/>
                    <a:pt x="8051" y="10208"/>
                  </a:cubicBezTo>
                  <a:cubicBezTo>
                    <a:pt x="10866" y="6856"/>
                    <a:pt x="13876" y="3877"/>
                    <a:pt x="16233" y="2015"/>
                  </a:cubicBezTo>
                  <a:cubicBezTo>
                    <a:pt x="18589" y="153"/>
                    <a:pt x="20291" y="-592"/>
                    <a:pt x="20945" y="525"/>
                  </a:cubicBezTo>
                  <a:cubicBezTo>
                    <a:pt x="21600" y="1642"/>
                    <a:pt x="21207" y="4622"/>
                    <a:pt x="20684" y="7601"/>
                  </a:cubicBezTo>
                  <a:cubicBezTo>
                    <a:pt x="20160" y="10580"/>
                    <a:pt x="19505" y="13560"/>
                    <a:pt x="18851" y="16539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80" name="直线"/>
            <p:cNvSpPr/>
            <p:nvPr/>
          </p:nvSpPr>
          <p:spPr>
            <a:xfrm>
              <a:off x="17734511" y="8680119"/>
              <a:ext cx="342246" cy="92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456" y="19409"/>
                    <a:pt x="4913" y="17217"/>
                    <a:pt x="7412" y="14870"/>
                  </a:cubicBezTo>
                  <a:cubicBezTo>
                    <a:pt x="9911" y="12522"/>
                    <a:pt x="12452" y="10017"/>
                    <a:pt x="14824" y="7513"/>
                  </a:cubicBezTo>
                  <a:cubicBezTo>
                    <a:pt x="17195" y="5009"/>
                    <a:pt x="19398" y="2504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81" name="直线"/>
            <p:cNvSpPr/>
            <p:nvPr/>
          </p:nvSpPr>
          <p:spPr>
            <a:xfrm>
              <a:off x="17891541" y="8760647"/>
              <a:ext cx="43695" cy="4731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9" h="21571" extrusionOk="0">
                  <a:moveTo>
                    <a:pt x="0" y="0"/>
                  </a:moveTo>
                  <a:cubicBezTo>
                    <a:pt x="1309" y="1469"/>
                    <a:pt x="2618" y="2937"/>
                    <a:pt x="4582" y="4834"/>
                  </a:cubicBezTo>
                  <a:cubicBezTo>
                    <a:pt x="6545" y="6731"/>
                    <a:pt x="9164" y="9056"/>
                    <a:pt x="11127" y="11473"/>
                  </a:cubicBezTo>
                  <a:cubicBezTo>
                    <a:pt x="13091" y="13890"/>
                    <a:pt x="14400" y="16399"/>
                    <a:pt x="15382" y="17959"/>
                  </a:cubicBezTo>
                  <a:cubicBezTo>
                    <a:pt x="16363" y="19520"/>
                    <a:pt x="17018" y="20131"/>
                    <a:pt x="18327" y="20652"/>
                  </a:cubicBezTo>
                  <a:cubicBezTo>
                    <a:pt x="19636" y="21172"/>
                    <a:pt x="21600" y="21600"/>
                    <a:pt x="21273" y="21569"/>
                  </a:cubicBezTo>
                  <a:cubicBezTo>
                    <a:pt x="20945" y="21539"/>
                    <a:pt x="18327" y="21049"/>
                    <a:pt x="15709" y="2056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82" name="直线"/>
            <p:cNvSpPr/>
            <p:nvPr/>
          </p:nvSpPr>
          <p:spPr>
            <a:xfrm>
              <a:off x="17605667" y="8974046"/>
              <a:ext cx="136898" cy="4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83" name="直线"/>
            <p:cNvSpPr/>
            <p:nvPr/>
          </p:nvSpPr>
          <p:spPr>
            <a:xfrm>
              <a:off x="17659825" y="9106917"/>
              <a:ext cx="143136" cy="55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0" h="21096" extrusionOk="0">
                  <a:moveTo>
                    <a:pt x="930" y="13886"/>
                  </a:moveTo>
                  <a:cubicBezTo>
                    <a:pt x="330" y="16457"/>
                    <a:pt x="-270" y="19029"/>
                    <a:pt x="130" y="20314"/>
                  </a:cubicBezTo>
                  <a:cubicBezTo>
                    <a:pt x="530" y="21600"/>
                    <a:pt x="1930" y="21600"/>
                    <a:pt x="5630" y="18000"/>
                  </a:cubicBezTo>
                  <a:cubicBezTo>
                    <a:pt x="9330" y="14400"/>
                    <a:pt x="15330" y="7200"/>
                    <a:pt x="2133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84" name="直线"/>
            <p:cNvSpPr/>
            <p:nvPr/>
          </p:nvSpPr>
          <p:spPr>
            <a:xfrm>
              <a:off x="17992623" y="8896733"/>
              <a:ext cx="172714" cy="2142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2" h="21413" extrusionOk="0">
                  <a:moveTo>
                    <a:pt x="1942" y="3301"/>
                  </a:moveTo>
                  <a:cubicBezTo>
                    <a:pt x="3770" y="2228"/>
                    <a:pt x="5597" y="1155"/>
                    <a:pt x="6927" y="551"/>
                  </a:cubicBezTo>
                  <a:cubicBezTo>
                    <a:pt x="8256" y="-53"/>
                    <a:pt x="9087" y="-187"/>
                    <a:pt x="9502" y="283"/>
                  </a:cubicBezTo>
                  <a:cubicBezTo>
                    <a:pt x="9917" y="752"/>
                    <a:pt x="9917" y="1825"/>
                    <a:pt x="8671" y="3838"/>
                  </a:cubicBezTo>
                  <a:cubicBezTo>
                    <a:pt x="7425" y="5850"/>
                    <a:pt x="4933" y="8802"/>
                    <a:pt x="3188" y="11150"/>
                  </a:cubicBezTo>
                  <a:cubicBezTo>
                    <a:pt x="1444" y="13497"/>
                    <a:pt x="447" y="15242"/>
                    <a:pt x="114" y="16449"/>
                  </a:cubicBezTo>
                  <a:cubicBezTo>
                    <a:pt x="-218" y="17656"/>
                    <a:pt x="114" y="18327"/>
                    <a:pt x="1942" y="18998"/>
                  </a:cubicBezTo>
                  <a:cubicBezTo>
                    <a:pt x="3770" y="19669"/>
                    <a:pt x="7093" y="20340"/>
                    <a:pt x="10582" y="20742"/>
                  </a:cubicBezTo>
                  <a:cubicBezTo>
                    <a:pt x="14071" y="21145"/>
                    <a:pt x="17727" y="21279"/>
                    <a:pt x="21382" y="2141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85" name="直线"/>
            <p:cNvSpPr/>
            <p:nvPr/>
          </p:nvSpPr>
          <p:spPr>
            <a:xfrm>
              <a:off x="18394841" y="8893518"/>
              <a:ext cx="229506" cy="16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168" y="19800"/>
                    <a:pt x="8337" y="18000"/>
                    <a:pt x="11937" y="14400"/>
                  </a:cubicBezTo>
                  <a:cubicBezTo>
                    <a:pt x="15537" y="10800"/>
                    <a:pt x="18568" y="54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86" name="直线"/>
            <p:cNvSpPr/>
            <p:nvPr/>
          </p:nvSpPr>
          <p:spPr>
            <a:xfrm>
              <a:off x="18777349" y="8635053"/>
              <a:ext cx="136899" cy="8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297" extrusionOk="0">
                  <a:moveTo>
                    <a:pt x="0" y="20297"/>
                  </a:moveTo>
                  <a:cubicBezTo>
                    <a:pt x="4659" y="11040"/>
                    <a:pt x="9318" y="1782"/>
                    <a:pt x="12918" y="240"/>
                  </a:cubicBezTo>
                  <a:cubicBezTo>
                    <a:pt x="16518" y="-1303"/>
                    <a:pt x="19059" y="4869"/>
                    <a:pt x="21600" y="1104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87" name="直线"/>
            <p:cNvSpPr/>
            <p:nvPr/>
          </p:nvSpPr>
          <p:spPr>
            <a:xfrm>
              <a:off x="18861904" y="8784805"/>
              <a:ext cx="108714" cy="684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88" name="直线"/>
            <p:cNvSpPr/>
            <p:nvPr/>
          </p:nvSpPr>
          <p:spPr>
            <a:xfrm>
              <a:off x="19047119" y="8414376"/>
              <a:ext cx="284257" cy="3019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8" h="21600" extrusionOk="0">
                  <a:moveTo>
                    <a:pt x="0" y="0"/>
                  </a:moveTo>
                  <a:cubicBezTo>
                    <a:pt x="507" y="0"/>
                    <a:pt x="1014" y="0"/>
                    <a:pt x="1622" y="1152"/>
                  </a:cubicBezTo>
                  <a:cubicBezTo>
                    <a:pt x="2231" y="2304"/>
                    <a:pt x="2941" y="4608"/>
                    <a:pt x="3093" y="7152"/>
                  </a:cubicBezTo>
                  <a:cubicBezTo>
                    <a:pt x="3245" y="9696"/>
                    <a:pt x="2839" y="12480"/>
                    <a:pt x="2332" y="14352"/>
                  </a:cubicBezTo>
                  <a:cubicBezTo>
                    <a:pt x="1825" y="16224"/>
                    <a:pt x="1217" y="17184"/>
                    <a:pt x="1217" y="17472"/>
                  </a:cubicBezTo>
                  <a:cubicBezTo>
                    <a:pt x="1217" y="17760"/>
                    <a:pt x="1825" y="17376"/>
                    <a:pt x="3600" y="16512"/>
                  </a:cubicBezTo>
                  <a:cubicBezTo>
                    <a:pt x="5375" y="15648"/>
                    <a:pt x="8315" y="14304"/>
                    <a:pt x="11206" y="13200"/>
                  </a:cubicBezTo>
                  <a:cubicBezTo>
                    <a:pt x="14096" y="12096"/>
                    <a:pt x="16935" y="11232"/>
                    <a:pt x="18659" y="10800"/>
                  </a:cubicBezTo>
                  <a:cubicBezTo>
                    <a:pt x="20383" y="10368"/>
                    <a:pt x="20992" y="10368"/>
                    <a:pt x="21296" y="10608"/>
                  </a:cubicBezTo>
                  <a:cubicBezTo>
                    <a:pt x="21600" y="10848"/>
                    <a:pt x="21600" y="11328"/>
                    <a:pt x="20687" y="12624"/>
                  </a:cubicBezTo>
                  <a:cubicBezTo>
                    <a:pt x="19775" y="13920"/>
                    <a:pt x="17949" y="16032"/>
                    <a:pt x="16631" y="17664"/>
                  </a:cubicBezTo>
                  <a:cubicBezTo>
                    <a:pt x="15313" y="19296"/>
                    <a:pt x="14501" y="20448"/>
                    <a:pt x="1369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89" name="直线"/>
            <p:cNvSpPr/>
            <p:nvPr/>
          </p:nvSpPr>
          <p:spPr>
            <a:xfrm>
              <a:off x="19018934" y="8676092"/>
              <a:ext cx="148978" cy="3462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238" y="2177"/>
                    <a:pt x="18876" y="4353"/>
                    <a:pt x="16832" y="6865"/>
                  </a:cubicBezTo>
                  <a:cubicBezTo>
                    <a:pt x="14789" y="9377"/>
                    <a:pt x="12065" y="12223"/>
                    <a:pt x="9146" y="14735"/>
                  </a:cubicBezTo>
                  <a:cubicBezTo>
                    <a:pt x="6227" y="17247"/>
                    <a:pt x="3114" y="1942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90" name="直线"/>
            <p:cNvSpPr/>
            <p:nvPr/>
          </p:nvSpPr>
          <p:spPr>
            <a:xfrm>
              <a:off x="19091408" y="8885465"/>
              <a:ext cx="257088" cy="1087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9" h="21600" extrusionOk="0">
                  <a:moveTo>
                    <a:pt x="0" y="0"/>
                  </a:moveTo>
                  <a:cubicBezTo>
                    <a:pt x="3938" y="4000"/>
                    <a:pt x="7875" y="8000"/>
                    <a:pt x="11363" y="10667"/>
                  </a:cubicBezTo>
                  <a:cubicBezTo>
                    <a:pt x="14850" y="13333"/>
                    <a:pt x="17888" y="14667"/>
                    <a:pt x="19575" y="15867"/>
                  </a:cubicBezTo>
                  <a:cubicBezTo>
                    <a:pt x="21262" y="17067"/>
                    <a:pt x="21600" y="18133"/>
                    <a:pt x="21544" y="19067"/>
                  </a:cubicBezTo>
                  <a:cubicBezTo>
                    <a:pt x="21488" y="20000"/>
                    <a:pt x="21038" y="20800"/>
                    <a:pt x="20588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91" name="直线"/>
            <p:cNvSpPr/>
            <p:nvPr/>
          </p:nvSpPr>
          <p:spPr>
            <a:xfrm>
              <a:off x="19619157" y="8297785"/>
              <a:ext cx="48969" cy="250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6" h="21600" extrusionOk="0">
                  <a:moveTo>
                    <a:pt x="430" y="0"/>
                  </a:moveTo>
                  <a:cubicBezTo>
                    <a:pt x="-97" y="1906"/>
                    <a:pt x="-624" y="3812"/>
                    <a:pt x="2010" y="6829"/>
                  </a:cubicBezTo>
                  <a:cubicBezTo>
                    <a:pt x="4644" y="9847"/>
                    <a:pt x="10439" y="13976"/>
                    <a:pt x="14127" y="16624"/>
                  </a:cubicBezTo>
                  <a:cubicBezTo>
                    <a:pt x="17815" y="19271"/>
                    <a:pt x="19395" y="20435"/>
                    <a:pt x="20976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92" name="直线"/>
            <p:cNvSpPr/>
            <p:nvPr/>
          </p:nvSpPr>
          <p:spPr>
            <a:xfrm>
              <a:off x="19642299" y="8248407"/>
              <a:ext cx="226700" cy="208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2" h="21492" extrusionOk="0">
                  <a:moveTo>
                    <a:pt x="0" y="7007"/>
                  </a:moveTo>
                  <a:cubicBezTo>
                    <a:pt x="1751" y="5737"/>
                    <a:pt x="3503" y="4466"/>
                    <a:pt x="6246" y="3323"/>
                  </a:cubicBezTo>
                  <a:cubicBezTo>
                    <a:pt x="8990" y="2179"/>
                    <a:pt x="12726" y="1163"/>
                    <a:pt x="15295" y="591"/>
                  </a:cubicBezTo>
                  <a:cubicBezTo>
                    <a:pt x="17864" y="19"/>
                    <a:pt x="19265" y="-108"/>
                    <a:pt x="20141" y="83"/>
                  </a:cubicBezTo>
                  <a:cubicBezTo>
                    <a:pt x="21016" y="273"/>
                    <a:pt x="21366" y="781"/>
                    <a:pt x="21483" y="2433"/>
                  </a:cubicBezTo>
                  <a:cubicBezTo>
                    <a:pt x="21600" y="4085"/>
                    <a:pt x="21483" y="6880"/>
                    <a:pt x="20724" y="10247"/>
                  </a:cubicBezTo>
                  <a:cubicBezTo>
                    <a:pt x="19965" y="13614"/>
                    <a:pt x="18564" y="17553"/>
                    <a:pt x="17163" y="21492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93" name="直线"/>
            <p:cNvSpPr/>
            <p:nvPr/>
          </p:nvSpPr>
          <p:spPr>
            <a:xfrm>
              <a:off x="19664436" y="8356817"/>
              <a:ext cx="162339" cy="332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582" y="16800"/>
                    <a:pt x="9164" y="12000"/>
                    <a:pt x="12764" y="8400"/>
                  </a:cubicBezTo>
                  <a:cubicBezTo>
                    <a:pt x="16364" y="4800"/>
                    <a:pt x="18982" y="24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94" name="直线"/>
            <p:cNvSpPr/>
            <p:nvPr/>
          </p:nvSpPr>
          <p:spPr>
            <a:xfrm>
              <a:off x="19675504" y="8504398"/>
              <a:ext cx="110687" cy="10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32" extrusionOk="0">
                  <a:moveTo>
                    <a:pt x="0" y="0"/>
                  </a:moveTo>
                  <a:cubicBezTo>
                    <a:pt x="3120" y="9600"/>
                    <a:pt x="6240" y="19200"/>
                    <a:pt x="9840" y="20400"/>
                  </a:cubicBezTo>
                  <a:cubicBezTo>
                    <a:pt x="13440" y="21600"/>
                    <a:pt x="17520" y="14400"/>
                    <a:pt x="21600" y="72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95" name="直线"/>
            <p:cNvSpPr/>
            <p:nvPr/>
          </p:nvSpPr>
          <p:spPr>
            <a:xfrm>
              <a:off x="19649677" y="8637220"/>
              <a:ext cx="195545" cy="66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619" y="16800"/>
                    <a:pt x="9238" y="12000"/>
                    <a:pt x="12838" y="8400"/>
                  </a:cubicBezTo>
                  <a:cubicBezTo>
                    <a:pt x="16438" y="4800"/>
                    <a:pt x="19019" y="24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96" name="直线"/>
            <p:cNvSpPr/>
            <p:nvPr/>
          </p:nvSpPr>
          <p:spPr>
            <a:xfrm>
              <a:off x="19760362" y="8604014"/>
              <a:ext cx="22139" cy="199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2533"/>
                    <a:pt x="7200" y="5067"/>
                    <a:pt x="4800" y="7867"/>
                  </a:cubicBezTo>
                  <a:cubicBezTo>
                    <a:pt x="2400" y="10667"/>
                    <a:pt x="4800" y="13733"/>
                    <a:pt x="4800" y="16067"/>
                  </a:cubicBezTo>
                  <a:cubicBezTo>
                    <a:pt x="4800" y="18400"/>
                    <a:pt x="2400" y="200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97" name="直线"/>
            <p:cNvSpPr/>
            <p:nvPr/>
          </p:nvSpPr>
          <p:spPr>
            <a:xfrm>
              <a:off x="19516855" y="8762663"/>
              <a:ext cx="531291" cy="1217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500" y="20509"/>
                    <a:pt x="3000" y="19418"/>
                    <a:pt x="4625" y="17673"/>
                  </a:cubicBezTo>
                  <a:cubicBezTo>
                    <a:pt x="6250" y="15927"/>
                    <a:pt x="8000" y="13527"/>
                    <a:pt x="9875" y="10800"/>
                  </a:cubicBezTo>
                  <a:cubicBezTo>
                    <a:pt x="11750" y="8073"/>
                    <a:pt x="13750" y="5018"/>
                    <a:pt x="15725" y="3164"/>
                  </a:cubicBezTo>
                  <a:cubicBezTo>
                    <a:pt x="17700" y="1309"/>
                    <a:pt x="19650" y="655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98" name="直线"/>
            <p:cNvSpPr/>
            <p:nvPr/>
          </p:nvSpPr>
          <p:spPr>
            <a:xfrm>
              <a:off x="19583266" y="8581877"/>
              <a:ext cx="416916" cy="6641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963" y="360"/>
                    <a:pt x="20326" y="720"/>
                    <a:pt x="19465" y="1540"/>
                  </a:cubicBezTo>
                  <a:cubicBezTo>
                    <a:pt x="18605" y="2360"/>
                    <a:pt x="17522" y="3640"/>
                    <a:pt x="16343" y="4980"/>
                  </a:cubicBezTo>
                  <a:cubicBezTo>
                    <a:pt x="15165" y="6320"/>
                    <a:pt x="13890" y="7720"/>
                    <a:pt x="12552" y="9040"/>
                  </a:cubicBezTo>
                  <a:cubicBezTo>
                    <a:pt x="11214" y="10360"/>
                    <a:pt x="9812" y="11600"/>
                    <a:pt x="8347" y="12900"/>
                  </a:cubicBezTo>
                  <a:cubicBezTo>
                    <a:pt x="6881" y="14200"/>
                    <a:pt x="5352" y="15560"/>
                    <a:pt x="4142" y="16880"/>
                  </a:cubicBezTo>
                  <a:cubicBezTo>
                    <a:pt x="2931" y="18200"/>
                    <a:pt x="2039" y="19480"/>
                    <a:pt x="1402" y="20260"/>
                  </a:cubicBezTo>
                  <a:cubicBezTo>
                    <a:pt x="765" y="21040"/>
                    <a:pt x="382" y="2132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799" name="直线"/>
            <p:cNvSpPr/>
            <p:nvPr/>
          </p:nvSpPr>
          <p:spPr>
            <a:xfrm>
              <a:off x="19775121" y="8877038"/>
              <a:ext cx="14759" cy="365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800" y="2982"/>
                    <a:pt x="3600" y="5964"/>
                    <a:pt x="7200" y="8764"/>
                  </a:cubicBezTo>
                  <a:cubicBezTo>
                    <a:pt x="10800" y="11564"/>
                    <a:pt x="16200" y="14182"/>
                    <a:pt x="18900" y="16291"/>
                  </a:cubicBezTo>
                  <a:cubicBezTo>
                    <a:pt x="21600" y="18400"/>
                    <a:pt x="21600" y="200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0" name="直线"/>
            <p:cNvSpPr/>
            <p:nvPr/>
          </p:nvSpPr>
          <p:spPr>
            <a:xfrm>
              <a:off x="19812016" y="8932050"/>
              <a:ext cx="118066" cy="313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8" extrusionOk="0">
                  <a:moveTo>
                    <a:pt x="0" y="2300"/>
                  </a:moveTo>
                  <a:cubicBezTo>
                    <a:pt x="0" y="1794"/>
                    <a:pt x="0" y="1288"/>
                    <a:pt x="1238" y="866"/>
                  </a:cubicBezTo>
                  <a:cubicBezTo>
                    <a:pt x="2475" y="444"/>
                    <a:pt x="4950" y="107"/>
                    <a:pt x="7313" y="22"/>
                  </a:cubicBezTo>
                  <a:cubicBezTo>
                    <a:pt x="9675" y="-62"/>
                    <a:pt x="11925" y="107"/>
                    <a:pt x="13612" y="233"/>
                  </a:cubicBezTo>
                  <a:cubicBezTo>
                    <a:pt x="15300" y="360"/>
                    <a:pt x="16425" y="444"/>
                    <a:pt x="17437" y="993"/>
                  </a:cubicBezTo>
                  <a:cubicBezTo>
                    <a:pt x="18450" y="1541"/>
                    <a:pt x="19350" y="2554"/>
                    <a:pt x="19800" y="4916"/>
                  </a:cubicBezTo>
                  <a:cubicBezTo>
                    <a:pt x="20250" y="7279"/>
                    <a:pt x="20250" y="10991"/>
                    <a:pt x="20475" y="13986"/>
                  </a:cubicBezTo>
                  <a:cubicBezTo>
                    <a:pt x="20700" y="16982"/>
                    <a:pt x="21150" y="19260"/>
                    <a:pt x="21600" y="21538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1" name="直线"/>
            <p:cNvSpPr/>
            <p:nvPr/>
          </p:nvSpPr>
          <p:spPr>
            <a:xfrm>
              <a:off x="19826774" y="9113167"/>
              <a:ext cx="29517" cy="36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2" name="直线"/>
            <p:cNvSpPr/>
            <p:nvPr/>
          </p:nvSpPr>
          <p:spPr>
            <a:xfrm>
              <a:off x="19832838" y="9231231"/>
              <a:ext cx="78795" cy="26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1" h="20358" extrusionOk="0">
                  <a:moveTo>
                    <a:pt x="355" y="2817"/>
                  </a:moveTo>
                  <a:cubicBezTo>
                    <a:pt x="23" y="8452"/>
                    <a:pt x="-309" y="14087"/>
                    <a:pt x="522" y="17374"/>
                  </a:cubicBezTo>
                  <a:cubicBezTo>
                    <a:pt x="1353" y="20661"/>
                    <a:pt x="3346" y="21600"/>
                    <a:pt x="7002" y="18313"/>
                  </a:cubicBezTo>
                  <a:cubicBezTo>
                    <a:pt x="10657" y="15026"/>
                    <a:pt x="15974" y="7513"/>
                    <a:pt x="21291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3" name="直线"/>
            <p:cNvSpPr/>
            <p:nvPr/>
          </p:nvSpPr>
          <p:spPr>
            <a:xfrm>
              <a:off x="20224584" y="8537748"/>
              <a:ext cx="138561" cy="474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00" h="21427" extrusionOk="0">
                  <a:moveTo>
                    <a:pt x="20037" y="160"/>
                  </a:moveTo>
                  <a:cubicBezTo>
                    <a:pt x="20776" y="-6"/>
                    <a:pt x="21514" y="-173"/>
                    <a:pt x="19483" y="382"/>
                  </a:cubicBezTo>
                  <a:cubicBezTo>
                    <a:pt x="17453" y="938"/>
                    <a:pt x="12653" y="2215"/>
                    <a:pt x="9329" y="3103"/>
                  </a:cubicBezTo>
                  <a:cubicBezTo>
                    <a:pt x="6006" y="3992"/>
                    <a:pt x="4160" y="4491"/>
                    <a:pt x="2683" y="4880"/>
                  </a:cubicBezTo>
                  <a:cubicBezTo>
                    <a:pt x="1206" y="5269"/>
                    <a:pt x="99" y="5546"/>
                    <a:pt x="6" y="5741"/>
                  </a:cubicBezTo>
                  <a:cubicBezTo>
                    <a:pt x="-86" y="5935"/>
                    <a:pt x="837" y="6046"/>
                    <a:pt x="1945" y="6685"/>
                  </a:cubicBezTo>
                  <a:cubicBezTo>
                    <a:pt x="3053" y="7323"/>
                    <a:pt x="4345" y="8489"/>
                    <a:pt x="5268" y="10044"/>
                  </a:cubicBezTo>
                  <a:cubicBezTo>
                    <a:pt x="6191" y="11599"/>
                    <a:pt x="6745" y="13542"/>
                    <a:pt x="7022" y="15375"/>
                  </a:cubicBezTo>
                  <a:cubicBezTo>
                    <a:pt x="7299" y="17207"/>
                    <a:pt x="7299" y="18928"/>
                    <a:pt x="7483" y="19983"/>
                  </a:cubicBezTo>
                  <a:cubicBezTo>
                    <a:pt x="7668" y="21038"/>
                    <a:pt x="8037" y="21427"/>
                    <a:pt x="8406" y="21427"/>
                  </a:cubicBezTo>
                  <a:cubicBezTo>
                    <a:pt x="8775" y="21427"/>
                    <a:pt x="9145" y="21038"/>
                    <a:pt x="9514" y="2065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4" name="直线"/>
            <p:cNvSpPr/>
            <p:nvPr/>
          </p:nvSpPr>
          <p:spPr>
            <a:xfrm>
              <a:off x="20472438" y="8572517"/>
              <a:ext cx="170334" cy="175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9" h="21541" extrusionOk="0">
                  <a:moveTo>
                    <a:pt x="0" y="5681"/>
                  </a:moveTo>
                  <a:cubicBezTo>
                    <a:pt x="5400" y="3868"/>
                    <a:pt x="10800" y="2056"/>
                    <a:pt x="13963" y="1074"/>
                  </a:cubicBezTo>
                  <a:cubicBezTo>
                    <a:pt x="17126" y="92"/>
                    <a:pt x="18051" y="-59"/>
                    <a:pt x="18900" y="17"/>
                  </a:cubicBezTo>
                  <a:cubicBezTo>
                    <a:pt x="19749" y="92"/>
                    <a:pt x="20520" y="394"/>
                    <a:pt x="20983" y="998"/>
                  </a:cubicBezTo>
                  <a:cubicBezTo>
                    <a:pt x="21446" y="1603"/>
                    <a:pt x="21600" y="2509"/>
                    <a:pt x="20829" y="4926"/>
                  </a:cubicBezTo>
                  <a:cubicBezTo>
                    <a:pt x="20057" y="7342"/>
                    <a:pt x="18360" y="11270"/>
                    <a:pt x="17049" y="14291"/>
                  </a:cubicBezTo>
                  <a:cubicBezTo>
                    <a:pt x="15737" y="17312"/>
                    <a:pt x="14811" y="19426"/>
                    <a:pt x="13886" y="21541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5" name="直线"/>
            <p:cNvSpPr/>
            <p:nvPr/>
          </p:nvSpPr>
          <p:spPr>
            <a:xfrm>
              <a:off x="20498266" y="8740526"/>
              <a:ext cx="84858" cy="55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6" name="直线"/>
            <p:cNvSpPr/>
            <p:nvPr/>
          </p:nvSpPr>
          <p:spPr>
            <a:xfrm>
              <a:off x="20468037" y="8699941"/>
              <a:ext cx="8092" cy="376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01" h="21600" extrusionOk="0">
                  <a:moveTo>
                    <a:pt x="20301" y="0"/>
                  </a:moveTo>
                  <a:cubicBezTo>
                    <a:pt x="11044" y="2329"/>
                    <a:pt x="1787" y="4659"/>
                    <a:pt x="244" y="7094"/>
                  </a:cubicBezTo>
                  <a:cubicBezTo>
                    <a:pt x="-1299" y="9529"/>
                    <a:pt x="4872" y="12071"/>
                    <a:pt x="7958" y="14506"/>
                  </a:cubicBezTo>
                  <a:cubicBezTo>
                    <a:pt x="11044" y="16941"/>
                    <a:pt x="11044" y="19271"/>
                    <a:pt x="11044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7" name="直线"/>
            <p:cNvSpPr/>
            <p:nvPr/>
          </p:nvSpPr>
          <p:spPr>
            <a:xfrm>
              <a:off x="20479817" y="8888107"/>
              <a:ext cx="95928" cy="33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8" name="直线"/>
            <p:cNvSpPr/>
            <p:nvPr/>
          </p:nvSpPr>
          <p:spPr>
            <a:xfrm>
              <a:off x="20512011" y="8980344"/>
              <a:ext cx="82182" cy="35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6" h="20853" extrusionOk="0">
                  <a:moveTo>
                    <a:pt x="2167" y="6480"/>
                  </a:moveTo>
                  <a:cubicBezTo>
                    <a:pt x="897" y="11520"/>
                    <a:pt x="-374" y="16560"/>
                    <a:pt x="102" y="19080"/>
                  </a:cubicBezTo>
                  <a:cubicBezTo>
                    <a:pt x="579" y="21600"/>
                    <a:pt x="2803" y="21600"/>
                    <a:pt x="6614" y="18000"/>
                  </a:cubicBezTo>
                  <a:cubicBezTo>
                    <a:pt x="10426" y="14400"/>
                    <a:pt x="15826" y="7200"/>
                    <a:pt x="21226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09" name="直线"/>
            <p:cNvSpPr/>
            <p:nvPr/>
          </p:nvSpPr>
          <p:spPr>
            <a:xfrm>
              <a:off x="20752842" y="8461272"/>
              <a:ext cx="74105" cy="127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2" h="21206" extrusionOk="0">
                  <a:moveTo>
                    <a:pt x="0" y="421"/>
                  </a:moveTo>
                  <a:cubicBezTo>
                    <a:pt x="4877" y="14"/>
                    <a:pt x="9755" y="-394"/>
                    <a:pt x="13935" y="727"/>
                  </a:cubicBezTo>
                  <a:cubicBezTo>
                    <a:pt x="18116" y="1848"/>
                    <a:pt x="21600" y="4497"/>
                    <a:pt x="20903" y="8165"/>
                  </a:cubicBezTo>
                  <a:cubicBezTo>
                    <a:pt x="20207" y="11832"/>
                    <a:pt x="15329" y="16519"/>
                    <a:pt x="10452" y="2120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0" name="直线"/>
            <p:cNvSpPr/>
            <p:nvPr/>
          </p:nvSpPr>
          <p:spPr>
            <a:xfrm>
              <a:off x="20745462" y="8629841"/>
              <a:ext cx="95928" cy="5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1" name="直线"/>
            <p:cNvSpPr/>
            <p:nvPr/>
          </p:nvSpPr>
          <p:spPr>
            <a:xfrm>
              <a:off x="20752842" y="8763186"/>
              <a:ext cx="127868" cy="246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554" extrusionOk="0">
                  <a:moveTo>
                    <a:pt x="0" y="3823"/>
                  </a:moveTo>
                  <a:cubicBezTo>
                    <a:pt x="4320" y="2748"/>
                    <a:pt x="8640" y="1673"/>
                    <a:pt x="11726" y="1029"/>
                  </a:cubicBezTo>
                  <a:cubicBezTo>
                    <a:pt x="14812" y="384"/>
                    <a:pt x="16663" y="169"/>
                    <a:pt x="18103" y="61"/>
                  </a:cubicBezTo>
                  <a:cubicBezTo>
                    <a:pt x="19543" y="-46"/>
                    <a:pt x="20571" y="-46"/>
                    <a:pt x="21086" y="330"/>
                  </a:cubicBezTo>
                  <a:cubicBezTo>
                    <a:pt x="21600" y="706"/>
                    <a:pt x="21600" y="1458"/>
                    <a:pt x="19954" y="3178"/>
                  </a:cubicBezTo>
                  <a:cubicBezTo>
                    <a:pt x="18309" y="4897"/>
                    <a:pt x="15017" y="7584"/>
                    <a:pt x="11417" y="10808"/>
                  </a:cubicBezTo>
                  <a:cubicBezTo>
                    <a:pt x="7817" y="14032"/>
                    <a:pt x="3909" y="17793"/>
                    <a:pt x="0" y="2155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2" name="直线"/>
            <p:cNvSpPr/>
            <p:nvPr/>
          </p:nvSpPr>
          <p:spPr>
            <a:xfrm>
              <a:off x="20741773" y="8847522"/>
              <a:ext cx="236130" cy="154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037" y="3600"/>
                    <a:pt x="6075" y="7200"/>
                    <a:pt x="9225" y="10029"/>
                  </a:cubicBezTo>
                  <a:cubicBezTo>
                    <a:pt x="12375" y="12857"/>
                    <a:pt x="15637" y="14914"/>
                    <a:pt x="17719" y="16714"/>
                  </a:cubicBezTo>
                  <a:cubicBezTo>
                    <a:pt x="19800" y="18514"/>
                    <a:pt x="20700" y="20057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3" name="直线"/>
            <p:cNvSpPr/>
            <p:nvPr/>
          </p:nvSpPr>
          <p:spPr>
            <a:xfrm>
              <a:off x="21090556" y="8386333"/>
              <a:ext cx="138233" cy="418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7" h="21560" extrusionOk="0">
                  <a:moveTo>
                    <a:pt x="16750" y="0"/>
                  </a:moveTo>
                  <a:cubicBezTo>
                    <a:pt x="16371" y="1204"/>
                    <a:pt x="15992" y="2407"/>
                    <a:pt x="14002" y="3832"/>
                  </a:cubicBezTo>
                  <a:cubicBezTo>
                    <a:pt x="12013" y="5257"/>
                    <a:pt x="8413" y="6904"/>
                    <a:pt x="5950" y="7950"/>
                  </a:cubicBezTo>
                  <a:cubicBezTo>
                    <a:pt x="3486" y="8995"/>
                    <a:pt x="2160" y="9438"/>
                    <a:pt x="1213" y="9787"/>
                  </a:cubicBezTo>
                  <a:cubicBezTo>
                    <a:pt x="265" y="10135"/>
                    <a:pt x="-303" y="10388"/>
                    <a:pt x="171" y="10515"/>
                  </a:cubicBezTo>
                  <a:cubicBezTo>
                    <a:pt x="644" y="10642"/>
                    <a:pt x="2160" y="10642"/>
                    <a:pt x="4718" y="10578"/>
                  </a:cubicBezTo>
                  <a:cubicBezTo>
                    <a:pt x="7276" y="10515"/>
                    <a:pt x="10876" y="10388"/>
                    <a:pt x="13339" y="10293"/>
                  </a:cubicBezTo>
                  <a:cubicBezTo>
                    <a:pt x="15802" y="10198"/>
                    <a:pt x="17129" y="10135"/>
                    <a:pt x="18265" y="10198"/>
                  </a:cubicBezTo>
                  <a:cubicBezTo>
                    <a:pt x="19402" y="10262"/>
                    <a:pt x="20350" y="10452"/>
                    <a:pt x="20350" y="10958"/>
                  </a:cubicBezTo>
                  <a:cubicBezTo>
                    <a:pt x="20350" y="11465"/>
                    <a:pt x="19402" y="12289"/>
                    <a:pt x="17602" y="13334"/>
                  </a:cubicBezTo>
                  <a:cubicBezTo>
                    <a:pt x="15802" y="14379"/>
                    <a:pt x="13150" y="15646"/>
                    <a:pt x="10876" y="16849"/>
                  </a:cubicBezTo>
                  <a:cubicBezTo>
                    <a:pt x="8602" y="18053"/>
                    <a:pt x="6708" y="19193"/>
                    <a:pt x="5760" y="19953"/>
                  </a:cubicBezTo>
                  <a:cubicBezTo>
                    <a:pt x="4813" y="20713"/>
                    <a:pt x="4813" y="21093"/>
                    <a:pt x="5381" y="21315"/>
                  </a:cubicBezTo>
                  <a:cubicBezTo>
                    <a:pt x="5950" y="21537"/>
                    <a:pt x="7086" y="21600"/>
                    <a:pt x="9834" y="21537"/>
                  </a:cubicBezTo>
                  <a:cubicBezTo>
                    <a:pt x="12581" y="21473"/>
                    <a:pt x="16939" y="21283"/>
                    <a:pt x="21297" y="21093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4" name="直线"/>
            <p:cNvSpPr/>
            <p:nvPr/>
          </p:nvSpPr>
          <p:spPr>
            <a:xfrm>
              <a:off x="21173445" y="8906554"/>
              <a:ext cx="147582" cy="1586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960" y="17749"/>
                    <a:pt x="7920" y="13898"/>
                    <a:pt x="11520" y="10298"/>
                  </a:cubicBezTo>
                  <a:cubicBezTo>
                    <a:pt x="15120" y="6698"/>
                    <a:pt x="18360" y="334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5" name="直线"/>
            <p:cNvSpPr/>
            <p:nvPr/>
          </p:nvSpPr>
          <p:spPr>
            <a:xfrm>
              <a:off x="21446469" y="8406469"/>
              <a:ext cx="133864" cy="223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3" h="21556" extrusionOk="0">
                  <a:moveTo>
                    <a:pt x="2356" y="1261"/>
                  </a:moveTo>
                  <a:cubicBezTo>
                    <a:pt x="6873" y="905"/>
                    <a:pt x="11389" y="549"/>
                    <a:pt x="14138" y="312"/>
                  </a:cubicBezTo>
                  <a:cubicBezTo>
                    <a:pt x="16887" y="75"/>
                    <a:pt x="17869" y="-44"/>
                    <a:pt x="18851" y="15"/>
                  </a:cubicBezTo>
                  <a:cubicBezTo>
                    <a:pt x="19833" y="75"/>
                    <a:pt x="20815" y="312"/>
                    <a:pt x="21207" y="787"/>
                  </a:cubicBezTo>
                  <a:cubicBezTo>
                    <a:pt x="21600" y="1262"/>
                    <a:pt x="21404" y="1974"/>
                    <a:pt x="19440" y="4051"/>
                  </a:cubicBezTo>
                  <a:cubicBezTo>
                    <a:pt x="17476" y="6127"/>
                    <a:pt x="13745" y="9569"/>
                    <a:pt x="10211" y="12714"/>
                  </a:cubicBezTo>
                  <a:cubicBezTo>
                    <a:pt x="6676" y="15859"/>
                    <a:pt x="3338" y="18708"/>
                    <a:pt x="0" y="21556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6" name="直线"/>
            <p:cNvSpPr/>
            <p:nvPr/>
          </p:nvSpPr>
          <p:spPr>
            <a:xfrm>
              <a:off x="21516570" y="8570809"/>
              <a:ext cx="166030" cy="368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3600"/>
                    <a:pt x="0" y="7200"/>
                    <a:pt x="1040" y="10440"/>
                  </a:cubicBezTo>
                  <a:cubicBezTo>
                    <a:pt x="2080" y="13680"/>
                    <a:pt x="4160" y="16560"/>
                    <a:pt x="7760" y="18360"/>
                  </a:cubicBezTo>
                  <a:cubicBezTo>
                    <a:pt x="11360" y="20160"/>
                    <a:pt x="16480" y="2088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7" name="直线"/>
            <p:cNvSpPr/>
            <p:nvPr/>
          </p:nvSpPr>
          <p:spPr>
            <a:xfrm>
              <a:off x="21487054" y="8715072"/>
              <a:ext cx="137170" cy="1619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0" h="21550" extrusionOk="0">
                  <a:moveTo>
                    <a:pt x="0" y="2895"/>
                  </a:moveTo>
                  <a:cubicBezTo>
                    <a:pt x="3857" y="2732"/>
                    <a:pt x="7714" y="2568"/>
                    <a:pt x="10993" y="2241"/>
                  </a:cubicBezTo>
                  <a:cubicBezTo>
                    <a:pt x="14271" y="1914"/>
                    <a:pt x="16971" y="1423"/>
                    <a:pt x="18804" y="1014"/>
                  </a:cubicBezTo>
                  <a:cubicBezTo>
                    <a:pt x="20636" y="605"/>
                    <a:pt x="21600" y="277"/>
                    <a:pt x="21504" y="114"/>
                  </a:cubicBezTo>
                  <a:cubicBezTo>
                    <a:pt x="21407" y="-50"/>
                    <a:pt x="20250" y="-50"/>
                    <a:pt x="18225" y="195"/>
                  </a:cubicBezTo>
                  <a:cubicBezTo>
                    <a:pt x="16200" y="441"/>
                    <a:pt x="13307" y="932"/>
                    <a:pt x="11475" y="2732"/>
                  </a:cubicBezTo>
                  <a:cubicBezTo>
                    <a:pt x="9643" y="4532"/>
                    <a:pt x="8871" y="7641"/>
                    <a:pt x="9064" y="10995"/>
                  </a:cubicBezTo>
                  <a:cubicBezTo>
                    <a:pt x="9257" y="14350"/>
                    <a:pt x="10414" y="17950"/>
                    <a:pt x="11571" y="2155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8" name="直线"/>
            <p:cNvSpPr/>
            <p:nvPr/>
          </p:nvSpPr>
          <p:spPr>
            <a:xfrm>
              <a:off x="21501811" y="8880727"/>
              <a:ext cx="166030" cy="36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520" y="18720"/>
                    <a:pt x="7040" y="15840"/>
                    <a:pt x="10640" y="12240"/>
                  </a:cubicBezTo>
                  <a:cubicBezTo>
                    <a:pt x="14240" y="8640"/>
                    <a:pt x="17920" y="432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19" name="直线"/>
            <p:cNvSpPr/>
            <p:nvPr/>
          </p:nvSpPr>
          <p:spPr>
            <a:xfrm>
              <a:off x="21903969" y="8353128"/>
              <a:ext cx="261955" cy="33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651" y="18400"/>
                    <a:pt x="7301" y="15200"/>
                    <a:pt x="10901" y="11600"/>
                  </a:cubicBezTo>
                  <a:cubicBezTo>
                    <a:pt x="14501" y="8000"/>
                    <a:pt x="18051" y="40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20" name="直线"/>
            <p:cNvSpPr/>
            <p:nvPr/>
          </p:nvSpPr>
          <p:spPr>
            <a:xfrm>
              <a:off x="21843381" y="8467502"/>
              <a:ext cx="42141" cy="542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46" h="21600" extrusionOk="0">
                  <a:moveTo>
                    <a:pt x="21146" y="0"/>
                  </a:moveTo>
                  <a:cubicBezTo>
                    <a:pt x="19295" y="1469"/>
                    <a:pt x="17443" y="2939"/>
                    <a:pt x="16209" y="4531"/>
                  </a:cubicBezTo>
                  <a:cubicBezTo>
                    <a:pt x="14974" y="6122"/>
                    <a:pt x="14357" y="7837"/>
                    <a:pt x="12814" y="9698"/>
                  </a:cubicBezTo>
                  <a:cubicBezTo>
                    <a:pt x="11272" y="11559"/>
                    <a:pt x="8803" y="13567"/>
                    <a:pt x="6335" y="15453"/>
                  </a:cubicBezTo>
                  <a:cubicBezTo>
                    <a:pt x="3866" y="17339"/>
                    <a:pt x="1397" y="19102"/>
                    <a:pt x="472" y="20106"/>
                  </a:cubicBezTo>
                  <a:cubicBezTo>
                    <a:pt x="-454" y="21110"/>
                    <a:pt x="163" y="21355"/>
                    <a:pt x="78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21" name="直线"/>
            <p:cNvSpPr/>
            <p:nvPr/>
          </p:nvSpPr>
          <p:spPr>
            <a:xfrm>
              <a:off x="21900279" y="8617457"/>
              <a:ext cx="296797" cy="285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4" h="21362" extrusionOk="0">
                  <a:moveTo>
                    <a:pt x="0" y="4785"/>
                  </a:moveTo>
                  <a:cubicBezTo>
                    <a:pt x="3187" y="3774"/>
                    <a:pt x="6374" y="2763"/>
                    <a:pt x="9428" y="1798"/>
                  </a:cubicBezTo>
                  <a:cubicBezTo>
                    <a:pt x="12482" y="833"/>
                    <a:pt x="15403" y="-86"/>
                    <a:pt x="17528" y="6"/>
                  </a:cubicBezTo>
                  <a:cubicBezTo>
                    <a:pt x="19652" y="98"/>
                    <a:pt x="20980" y="1201"/>
                    <a:pt x="21290" y="3085"/>
                  </a:cubicBezTo>
                  <a:cubicBezTo>
                    <a:pt x="21600" y="4969"/>
                    <a:pt x="20892" y="7635"/>
                    <a:pt x="19874" y="10300"/>
                  </a:cubicBezTo>
                  <a:cubicBezTo>
                    <a:pt x="18856" y="12966"/>
                    <a:pt x="17528" y="15631"/>
                    <a:pt x="16775" y="17286"/>
                  </a:cubicBezTo>
                  <a:cubicBezTo>
                    <a:pt x="16023" y="18940"/>
                    <a:pt x="15846" y="19584"/>
                    <a:pt x="15625" y="20227"/>
                  </a:cubicBezTo>
                  <a:cubicBezTo>
                    <a:pt x="15403" y="20871"/>
                    <a:pt x="15138" y="21514"/>
                    <a:pt x="14916" y="21330"/>
                  </a:cubicBezTo>
                  <a:cubicBezTo>
                    <a:pt x="14695" y="21146"/>
                    <a:pt x="14518" y="20135"/>
                    <a:pt x="14341" y="19124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22" name="直线"/>
            <p:cNvSpPr/>
            <p:nvPr/>
          </p:nvSpPr>
          <p:spPr>
            <a:xfrm>
              <a:off x="21970380" y="8537603"/>
              <a:ext cx="121754" cy="3763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9636" y="2047"/>
                    <a:pt x="17673" y="4094"/>
                    <a:pt x="15382" y="6565"/>
                  </a:cubicBezTo>
                  <a:cubicBezTo>
                    <a:pt x="13091" y="9035"/>
                    <a:pt x="10473" y="11929"/>
                    <a:pt x="7855" y="14506"/>
                  </a:cubicBezTo>
                  <a:cubicBezTo>
                    <a:pt x="5236" y="17082"/>
                    <a:pt x="2618" y="1934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23" name="直线"/>
            <p:cNvSpPr/>
            <p:nvPr/>
          </p:nvSpPr>
          <p:spPr>
            <a:xfrm>
              <a:off x="9411668" y="-387118"/>
              <a:ext cx="70561" cy="7591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8" h="21533" extrusionOk="0">
                  <a:moveTo>
                    <a:pt x="3375" y="2309"/>
                  </a:moveTo>
                  <a:cubicBezTo>
                    <a:pt x="2700" y="1806"/>
                    <a:pt x="2025" y="1302"/>
                    <a:pt x="2362" y="910"/>
                  </a:cubicBezTo>
                  <a:cubicBezTo>
                    <a:pt x="2700" y="519"/>
                    <a:pt x="4050" y="239"/>
                    <a:pt x="6412" y="99"/>
                  </a:cubicBezTo>
                  <a:cubicBezTo>
                    <a:pt x="8775" y="-41"/>
                    <a:pt x="12150" y="-41"/>
                    <a:pt x="14850" y="155"/>
                  </a:cubicBezTo>
                  <a:cubicBezTo>
                    <a:pt x="17550" y="351"/>
                    <a:pt x="19575" y="742"/>
                    <a:pt x="20588" y="1806"/>
                  </a:cubicBezTo>
                  <a:cubicBezTo>
                    <a:pt x="21600" y="2869"/>
                    <a:pt x="21600" y="4604"/>
                    <a:pt x="19912" y="6394"/>
                  </a:cubicBezTo>
                  <a:cubicBezTo>
                    <a:pt x="18225" y="8185"/>
                    <a:pt x="14850" y="10032"/>
                    <a:pt x="11475" y="12130"/>
                  </a:cubicBezTo>
                  <a:cubicBezTo>
                    <a:pt x="8100" y="14228"/>
                    <a:pt x="4725" y="16579"/>
                    <a:pt x="2700" y="18090"/>
                  </a:cubicBezTo>
                  <a:cubicBezTo>
                    <a:pt x="675" y="19600"/>
                    <a:pt x="0" y="20272"/>
                    <a:pt x="0" y="20748"/>
                  </a:cubicBezTo>
                  <a:cubicBezTo>
                    <a:pt x="0" y="21223"/>
                    <a:pt x="675" y="21503"/>
                    <a:pt x="2025" y="21531"/>
                  </a:cubicBezTo>
                  <a:cubicBezTo>
                    <a:pt x="3375" y="21559"/>
                    <a:pt x="5400" y="21335"/>
                    <a:pt x="6750" y="20748"/>
                  </a:cubicBezTo>
                  <a:cubicBezTo>
                    <a:pt x="8100" y="20160"/>
                    <a:pt x="8775" y="19209"/>
                    <a:pt x="9450" y="18257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24" name="直线"/>
            <p:cNvSpPr/>
            <p:nvPr/>
          </p:nvSpPr>
          <p:spPr>
            <a:xfrm>
              <a:off x="9416145" y="-372489"/>
              <a:ext cx="268319" cy="5934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18" extrusionOk="0">
                  <a:moveTo>
                    <a:pt x="0" y="3280"/>
                  </a:moveTo>
                  <a:cubicBezTo>
                    <a:pt x="0" y="2922"/>
                    <a:pt x="0" y="2564"/>
                    <a:pt x="990" y="2171"/>
                  </a:cubicBezTo>
                  <a:cubicBezTo>
                    <a:pt x="1980" y="1778"/>
                    <a:pt x="3960" y="1348"/>
                    <a:pt x="6750" y="991"/>
                  </a:cubicBezTo>
                  <a:cubicBezTo>
                    <a:pt x="9540" y="633"/>
                    <a:pt x="13140" y="347"/>
                    <a:pt x="15660" y="168"/>
                  </a:cubicBezTo>
                  <a:cubicBezTo>
                    <a:pt x="18180" y="-10"/>
                    <a:pt x="19620" y="-82"/>
                    <a:pt x="20430" y="133"/>
                  </a:cubicBezTo>
                  <a:cubicBezTo>
                    <a:pt x="21240" y="347"/>
                    <a:pt x="21420" y="848"/>
                    <a:pt x="21510" y="2493"/>
                  </a:cubicBezTo>
                  <a:cubicBezTo>
                    <a:pt x="21600" y="4138"/>
                    <a:pt x="21600" y="6927"/>
                    <a:pt x="21510" y="9752"/>
                  </a:cubicBezTo>
                  <a:cubicBezTo>
                    <a:pt x="21420" y="12578"/>
                    <a:pt x="21240" y="15439"/>
                    <a:pt x="20790" y="17405"/>
                  </a:cubicBezTo>
                  <a:cubicBezTo>
                    <a:pt x="20340" y="19372"/>
                    <a:pt x="19620" y="20445"/>
                    <a:pt x="18900" y="21518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25" name="直线"/>
            <p:cNvSpPr/>
            <p:nvPr/>
          </p:nvSpPr>
          <p:spPr>
            <a:xfrm>
              <a:off x="9483294" y="-51238"/>
              <a:ext cx="141016" cy="76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0" y="18831"/>
                    <a:pt x="0" y="16062"/>
                    <a:pt x="3600" y="12462"/>
                  </a:cubicBezTo>
                  <a:cubicBezTo>
                    <a:pt x="7200" y="8862"/>
                    <a:pt x="14400" y="4431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26" name="直线"/>
            <p:cNvSpPr/>
            <p:nvPr/>
          </p:nvSpPr>
          <p:spPr>
            <a:xfrm>
              <a:off x="9384395" y="268337"/>
              <a:ext cx="213055" cy="673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7" h="21056" extrusionOk="0">
                  <a:moveTo>
                    <a:pt x="10617" y="1851"/>
                  </a:moveTo>
                  <a:cubicBezTo>
                    <a:pt x="7467" y="6171"/>
                    <a:pt x="4317" y="10491"/>
                    <a:pt x="2404" y="13886"/>
                  </a:cubicBezTo>
                  <a:cubicBezTo>
                    <a:pt x="492" y="17280"/>
                    <a:pt x="-183" y="19749"/>
                    <a:pt x="42" y="20674"/>
                  </a:cubicBezTo>
                  <a:cubicBezTo>
                    <a:pt x="267" y="21600"/>
                    <a:pt x="1392" y="20983"/>
                    <a:pt x="5105" y="17280"/>
                  </a:cubicBezTo>
                  <a:cubicBezTo>
                    <a:pt x="8817" y="13577"/>
                    <a:pt x="15117" y="6789"/>
                    <a:pt x="21417" y="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27" name="直线"/>
            <p:cNvSpPr/>
            <p:nvPr/>
          </p:nvSpPr>
          <p:spPr>
            <a:xfrm>
              <a:off x="10007061" y="-417275"/>
              <a:ext cx="457118" cy="259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27" extrusionOk="0">
                  <a:moveTo>
                    <a:pt x="0" y="4836"/>
                  </a:moveTo>
                  <a:cubicBezTo>
                    <a:pt x="3793" y="3691"/>
                    <a:pt x="7586" y="2545"/>
                    <a:pt x="11011" y="1645"/>
                  </a:cubicBezTo>
                  <a:cubicBezTo>
                    <a:pt x="14435" y="745"/>
                    <a:pt x="17491" y="91"/>
                    <a:pt x="19229" y="9"/>
                  </a:cubicBezTo>
                  <a:cubicBezTo>
                    <a:pt x="20968" y="-73"/>
                    <a:pt x="21389" y="418"/>
                    <a:pt x="21495" y="1563"/>
                  </a:cubicBezTo>
                  <a:cubicBezTo>
                    <a:pt x="21600" y="2709"/>
                    <a:pt x="21389" y="4509"/>
                    <a:pt x="20072" y="7945"/>
                  </a:cubicBezTo>
                  <a:cubicBezTo>
                    <a:pt x="18755" y="11382"/>
                    <a:pt x="16332" y="16454"/>
                    <a:pt x="13908" y="21527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28" name="直线"/>
            <p:cNvSpPr/>
            <p:nvPr/>
          </p:nvSpPr>
          <p:spPr>
            <a:xfrm>
              <a:off x="10074212" y="-219986"/>
              <a:ext cx="87295" cy="91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90" extrusionOk="0">
                  <a:moveTo>
                    <a:pt x="21600" y="3467"/>
                  </a:moveTo>
                  <a:cubicBezTo>
                    <a:pt x="19938" y="1628"/>
                    <a:pt x="18277" y="-210"/>
                    <a:pt x="16615" y="20"/>
                  </a:cubicBezTo>
                  <a:cubicBezTo>
                    <a:pt x="14954" y="250"/>
                    <a:pt x="13292" y="2547"/>
                    <a:pt x="10523" y="6454"/>
                  </a:cubicBezTo>
                  <a:cubicBezTo>
                    <a:pt x="7754" y="10360"/>
                    <a:pt x="3877" y="15875"/>
                    <a:pt x="0" y="2139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29" name="直线"/>
            <p:cNvSpPr/>
            <p:nvPr/>
          </p:nvSpPr>
          <p:spPr>
            <a:xfrm>
              <a:off x="9960057" y="138140"/>
              <a:ext cx="53721" cy="289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700" y="4261"/>
                    <a:pt x="5400" y="8522"/>
                    <a:pt x="9000" y="12122"/>
                  </a:cubicBezTo>
                  <a:cubicBezTo>
                    <a:pt x="12600" y="15722"/>
                    <a:pt x="17100" y="18661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0" name="直线"/>
            <p:cNvSpPr/>
            <p:nvPr/>
          </p:nvSpPr>
          <p:spPr>
            <a:xfrm>
              <a:off x="10040637" y="80439"/>
              <a:ext cx="275314" cy="257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5" extrusionOk="0">
                  <a:moveTo>
                    <a:pt x="0" y="11084"/>
                  </a:moveTo>
                  <a:cubicBezTo>
                    <a:pt x="1580" y="8323"/>
                    <a:pt x="3161" y="5562"/>
                    <a:pt x="5707" y="3695"/>
                  </a:cubicBezTo>
                  <a:cubicBezTo>
                    <a:pt x="8254" y="1827"/>
                    <a:pt x="11766" y="852"/>
                    <a:pt x="14312" y="365"/>
                  </a:cubicBezTo>
                  <a:cubicBezTo>
                    <a:pt x="16859" y="-122"/>
                    <a:pt x="18439" y="-122"/>
                    <a:pt x="19317" y="365"/>
                  </a:cubicBezTo>
                  <a:cubicBezTo>
                    <a:pt x="20195" y="852"/>
                    <a:pt x="20371" y="1827"/>
                    <a:pt x="19054" y="3938"/>
                  </a:cubicBezTo>
                  <a:cubicBezTo>
                    <a:pt x="17737" y="6049"/>
                    <a:pt x="14927" y="9298"/>
                    <a:pt x="12293" y="11896"/>
                  </a:cubicBezTo>
                  <a:cubicBezTo>
                    <a:pt x="9659" y="14495"/>
                    <a:pt x="7200" y="16443"/>
                    <a:pt x="5268" y="17986"/>
                  </a:cubicBezTo>
                  <a:cubicBezTo>
                    <a:pt x="3337" y="19529"/>
                    <a:pt x="1932" y="20666"/>
                    <a:pt x="1844" y="21072"/>
                  </a:cubicBezTo>
                  <a:cubicBezTo>
                    <a:pt x="1756" y="21478"/>
                    <a:pt x="2985" y="21153"/>
                    <a:pt x="6498" y="19773"/>
                  </a:cubicBezTo>
                  <a:cubicBezTo>
                    <a:pt x="10010" y="18392"/>
                    <a:pt x="15805" y="15956"/>
                    <a:pt x="21600" y="1352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1" name="直线"/>
            <p:cNvSpPr/>
            <p:nvPr/>
          </p:nvSpPr>
          <p:spPr>
            <a:xfrm>
              <a:off x="9134116" y="763330"/>
              <a:ext cx="194735" cy="49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061" extrusionOk="0">
                  <a:moveTo>
                    <a:pt x="0" y="3261"/>
                  </a:moveTo>
                  <a:cubicBezTo>
                    <a:pt x="1241" y="861"/>
                    <a:pt x="2483" y="-1539"/>
                    <a:pt x="6083" y="1261"/>
                  </a:cubicBezTo>
                  <a:cubicBezTo>
                    <a:pt x="9683" y="4061"/>
                    <a:pt x="15641" y="12061"/>
                    <a:pt x="21600" y="20061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2" name="直线"/>
            <p:cNvSpPr/>
            <p:nvPr/>
          </p:nvSpPr>
          <p:spPr>
            <a:xfrm>
              <a:off x="9570589" y="645222"/>
              <a:ext cx="100726" cy="120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4" extrusionOk="0">
                  <a:moveTo>
                    <a:pt x="0" y="4511"/>
                  </a:moveTo>
                  <a:cubicBezTo>
                    <a:pt x="1440" y="3118"/>
                    <a:pt x="2880" y="1724"/>
                    <a:pt x="4800" y="853"/>
                  </a:cubicBezTo>
                  <a:cubicBezTo>
                    <a:pt x="6720" y="-18"/>
                    <a:pt x="9120" y="-366"/>
                    <a:pt x="10800" y="505"/>
                  </a:cubicBezTo>
                  <a:cubicBezTo>
                    <a:pt x="12480" y="1376"/>
                    <a:pt x="13440" y="3466"/>
                    <a:pt x="15120" y="7124"/>
                  </a:cubicBezTo>
                  <a:cubicBezTo>
                    <a:pt x="16800" y="10782"/>
                    <a:pt x="19200" y="16008"/>
                    <a:pt x="21600" y="21234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3" name="直线"/>
            <p:cNvSpPr/>
            <p:nvPr/>
          </p:nvSpPr>
          <p:spPr>
            <a:xfrm>
              <a:off x="9960057" y="620969"/>
              <a:ext cx="80581" cy="1267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25" extrusionOk="0">
                  <a:moveTo>
                    <a:pt x="0" y="1389"/>
                  </a:moveTo>
                  <a:cubicBezTo>
                    <a:pt x="3000" y="407"/>
                    <a:pt x="6000" y="-575"/>
                    <a:pt x="8100" y="407"/>
                  </a:cubicBezTo>
                  <a:cubicBezTo>
                    <a:pt x="10200" y="1389"/>
                    <a:pt x="11400" y="4334"/>
                    <a:pt x="13500" y="8098"/>
                  </a:cubicBezTo>
                  <a:cubicBezTo>
                    <a:pt x="15600" y="11861"/>
                    <a:pt x="18600" y="16443"/>
                    <a:pt x="21600" y="21025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4" name="直线"/>
            <p:cNvSpPr/>
            <p:nvPr/>
          </p:nvSpPr>
          <p:spPr>
            <a:xfrm>
              <a:off x="10362955" y="605666"/>
              <a:ext cx="181305" cy="242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200" y="5795"/>
                    <a:pt x="6400" y="11590"/>
                    <a:pt x="10000" y="15190"/>
                  </a:cubicBezTo>
                  <a:cubicBezTo>
                    <a:pt x="13600" y="18790"/>
                    <a:pt x="17600" y="20195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5" name="直线"/>
            <p:cNvSpPr/>
            <p:nvPr/>
          </p:nvSpPr>
          <p:spPr>
            <a:xfrm>
              <a:off x="11276190" y="-156832"/>
              <a:ext cx="87884" cy="632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2" h="21568" extrusionOk="0">
                  <a:moveTo>
                    <a:pt x="12960" y="977"/>
                  </a:moveTo>
                  <a:cubicBezTo>
                    <a:pt x="13500" y="506"/>
                    <a:pt x="14040" y="35"/>
                    <a:pt x="15120" y="2"/>
                  </a:cubicBezTo>
                  <a:cubicBezTo>
                    <a:pt x="16200" y="-32"/>
                    <a:pt x="17820" y="372"/>
                    <a:pt x="19170" y="1818"/>
                  </a:cubicBezTo>
                  <a:cubicBezTo>
                    <a:pt x="20520" y="3265"/>
                    <a:pt x="21600" y="5755"/>
                    <a:pt x="21060" y="8245"/>
                  </a:cubicBezTo>
                  <a:cubicBezTo>
                    <a:pt x="20520" y="10734"/>
                    <a:pt x="18360" y="13224"/>
                    <a:pt x="14580" y="15445"/>
                  </a:cubicBezTo>
                  <a:cubicBezTo>
                    <a:pt x="10800" y="17665"/>
                    <a:pt x="5400" y="19617"/>
                    <a:pt x="0" y="21568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6" name="直线"/>
            <p:cNvSpPr/>
            <p:nvPr/>
          </p:nvSpPr>
          <p:spPr>
            <a:xfrm>
              <a:off x="11336624" y="-51238"/>
              <a:ext cx="503624" cy="1834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496" y="17652"/>
                    <a:pt x="4992" y="13703"/>
                    <a:pt x="8064" y="10103"/>
                  </a:cubicBezTo>
                  <a:cubicBezTo>
                    <a:pt x="11136" y="6503"/>
                    <a:pt x="14784" y="3252"/>
                    <a:pt x="17136" y="1626"/>
                  </a:cubicBezTo>
                  <a:cubicBezTo>
                    <a:pt x="19488" y="0"/>
                    <a:pt x="20544" y="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7" name="直线"/>
            <p:cNvSpPr/>
            <p:nvPr/>
          </p:nvSpPr>
          <p:spPr>
            <a:xfrm>
              <a:off x="11598508" y="-305714"/>
              <a:ext cx="67151" cy="195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6480" y="3273"/>
                    <a:pt x="12960" y="6545"/>
                    <a:pt x="16560" y="10145"/>
                  </a:cubicBezTo>
                  <a:cubicBezTo>
                    <a:pt x="20160" y="13745"/>
                    <a:pt x="20880" y="17673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8" name="直线"/>
            <p:cNvSpPr/>
            <p:nvPr/>
          </p:nvSpPr>
          <p:spPr>
            <a:xfrm>
              <a:off x="11511960" y="177297"/>
              <a:ext cx="252887" cy="5723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1" h="21463" extrusionOk="0">
                  <a:moveTo>
                    <a:pt x="501" y="2082"/>
                  </a:moveTo>
                  <a:cubicBezTo>
                    <a:pt x="126" y="2526"/>
                    <a:pt x="-250" y="2970"/>
                    <a:pt x="220" y="3192"/>
                  </a:cubicBezTo>
                  <a:cubicBezTo>
                    <a:pt x="689" y="3414"/>
                    <a:pt x="2004" y="3414"/>
                    <a:pt x="4915" y="2933"/>
                  </a:cubicBezTo>
                  <a:cubicBezTo>
                    <a:pt x="7827" y="2452"/>
                    <a:pt x="12334" y="1490"/>
                    <a:pt x="15340" y="862"/>
                  </a:cubicBezTo>
                  <a:cubicBezTo>
                    <a:pt x="18345" y="233"/>
                    <a:pt x="19847" y="-63"/>
                    <a:pt x="20599" y="11"/>
                  </a:cubicBezTo>
                  <a:cubicBezTo>
                    <a:pt x="21350" y="85"/>
                    <a:pt x="21350" y="529"/>
                    <a:pt x="20974" y="2119"/>
                  </a:cubicBezTo>
                  <a:cubicBezTo>
                    <a:pt x="20599" y="3710"/>
                    <a:pt x="19847" y="6447"/>
                    <a:pt x="19472" y="9442"/>
                  </a:cubicBezTo>
                  <a:cubicBezTo>
                    <a:pt x="19096" y="12438"/>
                    <a:pt x="19096" y="15693"/>
                    <a:pt x="19096" y="17505"/>
                  </a:cubicBezTo>
                  <a:cubicBezTo>
                    <a:pt x="19096" y="19318"/>
                    <a:pt x="19096" y="19688"/>
                    <a:pt x="19096" y="20132"/>
                  </a:cubicBezTo>
                  <a:cubicBezTo>
                    <a:pt x="19096" y="20575"/>
                    <a:pt x="19096" y="21093"/>
                    <a:pt x="19190" y="21315"/>
                  </a:cubicBezTo>
                  <a:cubicBezTo>
                    <a:pt x="19284" y="21537"/>
                    <a:pt x="19472" y="21463"/>
                    <a:pt x="19660" y="21389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39" name="直线"/>
            <p:cNvSpPr/>
            <p:nvPr/>
          </p:nvSpPr>
          <p:spPr>
            <a:xfrm>
              <a:off x="10712133" y="1481537"/>
              <a:ext cx="47005" cy="704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029" y="2360"/>
                    <a:pt x="2057" y="4719"/>
                    <a:pt x="3086" y="7170"/>
                  </a:cubicBezTo>
                  <a:cubicBezTo>
                    <a:pt x="4114" y="9620"/>
                    <a:pt x="5143" y="12161"/>
                    <a:pt x="8228" y="14582"/>
                  </a:cubicBezTo>
                  <a:cubicBezTo>
                    <a:pt x="11314" y="17002"/>
                    <a:pt x="16457" y="19301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40" name="直线"/>
            <p:cNvSpPr/>
            <p:nvPr/>
          </p:nvSpPr>
          <p:spPr>
            <a:xfrm>
              <a:off x="10480372" y="1954980"/>
              <a:ext cx="527220" cy="3773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8" h="21190" extrusionOk="0">
                  <a:moveTo>
                    <a:pt x="965" y="0"/>
                  </a:moveTo>
                  <a:cubicBezTo>
                    <a:pt x="507" y="443"/>
                    <a:pt x="50" y="886"/>
                    <a:pt x="4" y="2271"/>
                  </a:cubicBezTo>
                  <a:cubicBezTo>
                    <a:pt x="-42" y="3655"/>
                    <a:pt x="324" y="5982"/>
                    <a:pt x="919" y="8474"/>
                  </a:cubicBezTo>
                  <a:cubicBezTo>
                    <a:pt x="1514" y="10966"/>
                    <a:pt x="2338" y="13625"/>
                    <a:pt x="3344" y="15951"/>
                  </a:cubicBezTo>
                  <a:cubicBezTo>
                    <a:pt x="4351" y="18277"/>
                    <a:pt x="5541" y="20271"/>
                    <a:pt x="6777" y="20935"/>
                  </a:cubicBezTo>
                  <a:cubicBezTo>
                    <a:pt x="8012" y="21600"/>
                    <a:pt x="9294" y="20935"/>
                    <a:pt x="11078" y="19274"/>
                  </a:cubicBezTo>
                  <a:cubicBezTo>
                    <a:pt x="12863" y="17612"/>
                    <a:pt x="15151" y="14954"/>
                    <a:pt x="16982" y="12628"/>
                  </a:cubicBezTo>
                  <a:cubicBezTo>
                    <a:pt x="18812" y="10302"/>
                    <a:pt x="20185" y="8308"/>
                    <a:pt x="21558" y="6314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41" name="直线"/>
            <p:cNvSpPr/>
            <p:nvPr/>
          </p:nvSpPr>
          <p:spPr>
            <a:xfrm>
              <a:off x="9413907" y="3185934"/>
              <a:ext cx="304412" cy="52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96" extrusionOk="0">
                  <a:moveTo>
                    <a:pt x="1588" y="13886"/>
                  </a:moveTo>
                  <a:cubicBezTo>
                    <a:pt x="794" y="15429"/>
                    <a:pt x="0" y="16971"/>
                    <a:pt x="0" y="18514"/>
                  </a:cubicBezTo>
                  <a:cubicBezTo>
                    <a:pt x="0" y="20057"/>
                    <a:pt x="794" y="21600"/>
                    <a:pt x="3812" y="20057"/>
                  </a:cubicBezTo>
                  <a:cubicBezTo>
                    <a:pt x="6829" y="18514"/>
                    <a:pt x="12071" y="13886"/>
                    <a:pt x="15406" y="10029"/>
                  </a:cubicBezTo>
                  <a:cubicBezTo>
                    <a:pt x="18741" y="6171"/>
                    <a:pt x="20171" y="3086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42" name="直线"/>
            <p:cNvSpPr/>
            <p:nvPr/>
          </p:nvSpPr>
          <p:spPr>
            <a:xfrm>
              <a:off x="9624309" y="3091246"/>
              <a:ext cx="33575" cy="420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17"/>
                  </a:moveTo>
                  <a:cubicBezTo>
                    <a:pt x="14400" y="608"/>
                    <a:pt x="7200" y="0"/>
                    <a:pt x="3600" y="0"/>
                  </a:cubicBezTo>
                  <a:cubicBezTo>
                    <a:pt x="0" y="0"/>
                    <a:pt x="0" y="608"/>
                    <a:pt x="0" y="2941"/>
                  </a:cubicBezTo>
                  <a:cubicBezTo>
                    <a:pt x="0" y="5273"/>
                    <a:pt x="0" y="9330"/>
                    <a:pt x="0" y="12727"/>
                  </a:cubicBezTo>
                  <a:cubicBezTo>
                    <a:pt x="0" y="16124"/>
                    <a:pt x="0" y="1886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43" name="直线"/>
            <p:cNvSpPr/>
            <p:nvPr/>
          </p:nvSpPr>
          <p:spPr>
            <a:xfrm>
              <a:off x="9463150" y="3564689"/>
              <a:ext cx="268599" cy="213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860" y="17000"/>
                    <a:pt x="9720" y="12400"/>
                    <a:pt x="13320" y="8800"/>
                  </a:cubicBezTo>
                  <a:cubicBezTo>
                    <a:pt x="16920" y="5200"/>
                    <a:pt x="19260" y="2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44" name="直线"/>
            <p:cNvSpPr/>
            <p:nvPr/>
          </p:nvSpPr>
          <p:spPr>
            <a:xfrm>
              <a:off x="9899623" y="3103081"/>
              <a:ext cx="715235" cy="3136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600" extrusionOk="0">
                  <a:moveTo>
                    <a:pt x="0" y="14264"/>
                  </a:moveTo>
                  <a:cubicBezTo>
                    <a:pt x="2160" y="11955"/>
                    <a:pt x="4320" y="9645"/>
                    <a:pt x="6514" y="7743"/>
                  </a:cubicBezTo>
                  <a:cubicBezTo>
                    <a:pt x="8707" y="5842"/>
                    <a:pt x="10935" y="4347"/>
                    <a:pt x="13061" y="3125"/>
                  </a:cubicBezTo>
                  <a:cubicBezTo>
                    <a:pt x="15187" y="1902"/>
                    <a:pt x="17213" y="951"/>
                    <a:pt x="18495" y="475"/>
                  </a:cubicBezTo>
                  <a:cubicBezTo>
                    <a:pt x="19778" y="0"/>
                    <a:pt x="20318" y="0"/>
                    <a:pt x="20756" y="0"/>
                  </a:cubicBezTo>
                  <a:cubicBezTo>
                    <a:pt x="21195" y="0"/>
                    <a:pt x="21533" y="0"/>
                    <a:pt x="21566" y="340"/>
                  </a:cubicBezTo>
                  <a:cubicBezTo>
                    <a:pt x="21600" y="679"/>
                    <a:pt x="21330" y="1359"/>
                    <a:pt x="20351" y="3804"/>
                  </a:cubicBezTo>
                  <a:cubicBezTo>
                    <a:pt x="19372" y="6249"/>
                    <a:pt x="17685" y="10460"/>
                    <a:pt x="16436" y="13721"/>
                  </a:cubicBezTo>
                  <a:cubicBezTo>
                    <a:pt x="15187" y="16981"/>
                    <a:pt x="14377" y="19291"/>
                    <a:pt x="13567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45" name="直线"/>
            <p:cNvSpPr/>
            <p:nvPr/>
          </p:nvSpPr>
          <p:spPr>
            <a:xfrm>
              <a:off x="10242086" y="3049819"/>
              <a:ext cx="87295" cy="361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169" y="2715"/>
                    <a:pt x="12738" y="5430"/>
                    <a:pt x="9138" y="9030"/>
                  </a:cubicBezTo>
                  <a:cubicBezTo>
                    <a:pt x="5538" y="12630"/>
                    <a:pt x="2769" y="1711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46" name="直线"/>
            <p:cNvSpPr/>
            <p:nvPr/>
          </p:nvSpPr>
          <p:spPr>
            <a:xfrm>
              <a:off x="10007061" y="2984721"/>
              <a:ext cx="557344" cy="6800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2" extrusionOk="0">
                  <a:moveTo>
                    <a:pt x="0" y="0"/>
                  </a:moveTo>
                  <a:cubicBezTo>
                    <a:pt x="0" y="2372"/>
                    <a:pt x="0" y="4745"/>
                    <a:pt x="87" y="7242"/>
                  </a:cubicBezTo>
                  <a:cubicBezTo>
                    <a:pt x="173" y="9739"/>
                    <a:pt x="347" y="12361"/>
                    <a:pt x="781" y="14671"/>
                  </a:cubicBezTo>
                  <a:cubicBezTo>
                    <a:pt x="1214" y="16980"/>
                    <a:pt x="1908" y="18978"/>
                    <a:pt x="3123" y="20133"/>
                  </a:cubicBezTo>
                  <a:cubicBezTo>
                    <a:pt x="4337" y="21288"/>
                    <a:pt x="6072" y="21600"/>
                    <a:pt x="8414" y="21506"/>
                  </a:cubicBezTo>
                  <a:cubicBezTo>
                    <a:pt x="10757" y="21413"/>
                    <a:pt x="13706" y="20913"/>
                    <a:pt x="16005" y="20508"/>
                  </a:cubicBezTo>
                  <a:cubicBezTo>
                    <a:pt x="18304" y="20102"/>
                    <a:pt x="19952" y="19790"/>
                    <a:pt x="21600" y="19477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47" name="直线"/>
            <p:cNvSpPr/>
            <p:nvPr/>
          </p:nvSpPr>
          <p:spPr>
            <a:xfrm>
              <a:off x="11350055" y="2671064"/>
              <a:ext cx="282030" cy="3018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83" extrusionOk="0">
                  <a:moveTo>
                    <a:pt x="0" y="0"/>
                  </a:moveTo>
                  <a:cubicBezTo>
                    <a:pt x="686" y="4846"/>
                    <a:pt x="1371" y="9692"/>
                    <a:pt x="1971" y="13154"/>
                  </a:cubicBezTo>
                  <a:cubicBezTo>
                    <a:pt x="2571" y="16615"/>
                    <a:pt x="3086" y="18692"/>
                    <a:pt x="3686" y="19938"/>
                  </a:cubicBezTo>
                  <a:cubicBezTo>
                    <a:pt x="4286" y="21185"/>
                    <a:pt x="4971" y="21600"/>
                    <a:pt x="7971" y="20700"/>
                  </a:cubicBezTo>
                  <a:cubicBezTo>
                    <a:pt x="10971" y="19800"/>
                    <a:pt x="16286" y="17585"/>
                    <a:pt x="21600" y="15369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48" name="直线"/>
            <p:cNvSpPr/>
            <p:nvPr/>
          </p:nvSpPr>
          <p:spPr>
            <a:xfrm>
              <a:off x="11217291" y="3132672"/>
              <a:ext cx="85760" cy="3018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600" extrusionOk="0">
                  <a:moveTo>
                    <a:pt x="12912" y="0"/>
                  </a:moveTo>
                  <a:cubicBezTo>
                    <a:pt x="8482" y="0"/>
                    <a:pt x="4051" y="0"/>
                    <a:pt x="1835" y="776"/>
                  </a:cubicBezTo>
                  <a:cubicBezTo>
                    <a:pt x="-380" y="1553"/>
                    <a:pt x="-380" y="3106"/>
                    <a:pt x="728" y="5576"/>
                  </a:cubicBezTo>
                  <a:cubicBezTo>
                    <a:pt x="1835" y="8047"/>
                    <a:pt x="4051" y="11435"/>
                    <a:pt x="7651" y="14259"/>
                  </a:cubicBezTo>
                  <a:cubicBezTo>
                    <a:pt x="11251" y="17082"/>
                    <a:pt x="16235" y="19341"/>
                    <a:pt x="2122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49" name="直线"/>
            <p:cNvSpPr/>
            <p:nvPr/>
          </p:nvSpPr>
          <p:spPr>
            <a:xfrm>
              <a:off x="11280073" y="3171889"/>
              <a:ext cx="315259" cy="3470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7" h="21350" extrusionOk="0">
                  <a:moveTo>
                    <a:pt x="190" y="9965"/>
                  </a:moveTo>
                  <a:cubicBezTo>
                    <a:pt x="40" y="8873"/>
                    <a:pt x="-110" y="7781"/>
                    <a:pt x="115" y="7053"/>
                  </a:cubicBezTo>
                  <a:cubicBezTo>
                    <a:pt x="340" y="6324"/>
                    <a:pt x="940" y="5960"/>
                    <a:pt x="3340" y="4990"/>
                  </a:cubicBezTo>
                  <a:cubicBezTo>
                    <a:pt x="5740" y="4019"/>
                    <a:pt x="9940" y="2441"/>
                    <a:pt x="12640" y="1531"/>
                  </a:cubicBezTo>
                  <a:cubicBezTo>
                    <a:pt x="15340" y="621"/>
                    <a:pt x="16540" y="378"/>
                    <a:pt x="17665" y="196"/>
                  </a:cubicBezTo>
                  <a:cubicBezTo>
                    <a:pt x="18790" y="14"/>
                    <a:pt x="19840" y="-107"/>
                    <a:pt x="20515" y="136"/>
                  </a:cubicBezTo>
                  <a:cubicBezTo>
                    <a:pt x="21190" y="378"/>
                    <a:pt x="21490" y="985"/>
                    <a:pt x="20440" y="2623"/>
                  </a:cubicBezTo>
                  <a:cubicBezTo>
                    <a:pt x="19390" y="4262"/>
                    <a:pt x="16990" y="6931"/>
                    <a:pt x="14065" y="9662"/>
                  </a:cubicBezTo>
                  <a:cubicBezTo>
                    <a:pt x="11140" y="12392"/>
                    <a:pt x="7690" y="15183"/>
                    <a:pt x="5665" y="16821"/>
                  </a:cubicBezTo>
                  <a:cubicBezTo>
                    <a:pt x="3640" y="18459"/>
                    <a:pt x="3040" y="18945"/>
                    <a:pt x="2590" y="19551"/>
                  </a:cubicBezTo>
                  <a:cubicBezTo>
                    <a:pt x="2140" y="20158"/>
                    <a:pt x="1840" y="20886"/>
                    <a:pt x="2215" y="21190"/>
                  </a:cubicBezTo>
                  <a:cubicBezTo>
                    <a:pt x="2590" y="21493"/>
                    <a:pt x="3640" y="21372"/>
                    <a:pt x="5815" y="20765"/>
                  </a:cubicBezTo>
                  <a:cubicBezTo>
                    <a:pt x="7990" y="20158"/>
                    <a:pt x="11290" y="19066"/>
                    <a:pt x="14590" y="17974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50" name="直线"/>
            <p:cNvSpPr/>
            <p:nvPr/>
          </p:nvSpPr>
          <p:spPr>
            <a:xfrm>
              <a:off x="10895887" y="3742231"/>
              <a:ext cx="57986" cy="1124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84" h="21600" extrusionOk="0">
                  <a:moveTo>
                    <a:pt x="6098" y="0"/>
                  </a:moveTo>
                  <a:cubicBezTo>
                    <a:pt x="2241" y="1516"/>
                    <a:pt x="-1616" y="3032"/>
                    <a:pt x="698" y="6632"/>
                  </a:cubicBezTo>
                  <a:cubicBezTo>
                    <a:pt x="3013" y="10232"/>
                    <a:pt x="11498" y="15916"/>
                    <a:pt x="19984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51" name="直线"/>
            <p:cNvSpPr/>
            <p:nvPr/>
          </p:nvSpPr>
          <p:spPr>
            <a:xfrm>
              <a:off x="11108316" y="3690331"/>
              <a:ext cx="167875" cy="51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296" extrusionOk="0">
                  <a:moveTo>
                    <a:pt x="0" y="1782"/>
                  </a:moveTo>
                  <a:cubicBezTo>
                    <a:pt x="1440" y="239"/>
                    <a:pt x="2880" y="-1304"/>
                    <a:pt x="6480" y="1782"/>
                  </a:cubicBezTo>
                  <a:cubicBezTo>
                    <a:pt x="10080" y="4867"/>
                    <a:pt x="15840" y="12582"/>
                    <a:pt x="21600" y="20296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52" name="直线"/>
            <p:cNvSpPr/>
            <p:nvPr/>
          </p:nvSpPr>
          <p:spPr>
            <a:xfrm>
              <a:off x="11450779" y="3659378"/>
              <a:ext cx="73866" cy="47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53" name="直线"/>
            <p:cNvSpPr/>
            <p:nvPr/>
          </p:nvSpPr>
          <p:spPr>
            <a:xfrm>
              <a:off x="11887252" y="3641624"/>
              <a:ext cx="147730" cy="189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945" y="3825"/>
                    <a:pt x="5891" y="7650"/>
                    <a:pt x="9491" y="11250"/>
                  </a:cubicBezTo>
                  <a:cubicBezTo>
                    <a:pt x="13091" y="14850"/>
                    <a:pt x="17345" y="18225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54" name="直线"/>
            <p:cNvSpPr/>
            <p:nvPr/>
          </p:nvSpPr>
          <p:spPr>
            <a:xfrm>
              <a:off x="10629964" y="4382228"/>
              <a:ext cx="55136" cy="4445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07" h="21560" extrusionOk="0">
                  <a:moveTo>
                    <a:pt x="1091" y="4438"/>
                  </a:moveTo>
                  <a:cubicBezTo>
                    <a:pt x="319" y="3209"/>
                    <a:pt x="-452" y="1980"/>
                    <a:pt x="319" y="1189"/>
                  </a:cubicBezTo>
                  <a:cubicBezTo>
                    <a:pt x="1091" y="399"/>
                    <a:pt x="3405" y="48"/>
                    <a:pt x="6105" y="4"/>
                  </a:cubicBezTo>
                  <a:cubicBezTo>
                    <a:pt x="8805" y="-40"/>
                    <a:pt x="11891" y="223"/>
                    <a:pt x="14591" y="1848"/>
                  </a:cubicBezTo>
                  <a:cubicBezTo>
                    <a:pt x="17291" y="3472"/>
                    <a:pt x="19605" y="6458"/>
                    <a:pt x="20377" y="9311"/>
                  </a:cubicBezTo>
                  <a:cubicBezTo>
                    <a:pt x="21148" y="12165"/>
                    <a:pt x="20377" y="14887"/>
                    <a:pt x="19991" y="16906"/>
                  </a:cubicBezTo>
                  <a:cubicBezTo>
                    <a:pt x="19605" y="18926"/>
                    <a:pt x="19605" y="20243"/>
                    <a:pt x="19605" y="2156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55" name="直线"/>
            <p:cNvSpPr/>
            <p:nvPr/>
          </p:nvSpPr>
          <p:spPr>
            <a:xfrm>
              <a:off x="10501560" y="4707258"/>
              <a:ext cx="340820" cy="332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339" extrusionOk="0">
                  <a:moveTo>
                    <a:pt x="505" y="0"/>
                  </a:moveTo>
                  <a:cubicBezTo>
                    <a:pt x="120" y="1161"/>
                    <a:pt x="-266" y="2323"/>
                    <a:pt x="248" y="4819"/>
                  </a:cubicBezTo>
                  <a:cubicBezTo>
                    <a:pt x="763" y="7316"/>
                    <a:pt x="2177" y="11148"/>
                    <a:pt x="3463" y="14168"/>
                  </a:cubicBezTo>
                  <a:cubicBezTo>
                    <a:pt x="4748" y="17187"/>
                    <a:pt x="5905" y="19394"/>
                    <a:pt x="6805" y="20497"/>
                  </a:cubicBezTo>
                  <a:cubicBezTo>
                    <a:pt x="7705" y="21600"/>
                    <a:pt x="8348" y="21600"/>
                    <a:pt x="9313" y="20613"/>
                  </a:cubicBezTo>
                  <a:cubicBezTo>
                    <a:pt x="10277" y="19626"/>
                    <a:pt x="11563" y="17652"/>
                    <a:pt x="13620" y="15503"/>
                  </a:cubicBezTo>
                  <a:cubicBezTo>
                    <a:pt x="15677" y="13355"/>
                    <a:pt x="18505" y="11032"/>
                    <a:pt x="21334" y="871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56" name="直线"/>
            <p:cNvSpPr/>
            <p:nvPr/>
          </p:nvSpPr>
          <p:spPr>
            <a:xfrm>
              <a:off x="9552150" y="5389609"/>
              <a:ext cx="227985" cy="6590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6" h="21545" extrusionOk="0">
                  <a:moveTo>
                    <a:pt x="16276" y="773"/>
                  </a:moveTo>
                  <a:cubicBezTo>
                    <a:pt x="16849" y="537"/>
                    <a:pt x="17423" y="300"/>
                    <a:pt x="18283" y="152"/>
                  </a:cubicBezTo>
                  <a:cubicBezTo>
                    <a:pt x="19143" y="4"/>
                    <a:pt x="20290" y="-55"/>
                    <a:pt x="20864" y="63"/>
                  </a:cubicBezTo>
                  <a:cubicBezTo>
                    <a:pt x="21437" y="182"/>
                    <a:pt x="21437" y="478"/>
                    <a:pt x="19908" y="1424"/>
                  </a:cubicBezTo>
                  <a:cubicBezTo>
                    <a:pt x="18379" y="2371"/>
                    <a:pt x="15320" y="3969"/>
                    <a:pt x="11975" y="5271"/>
                  </a:cubicBezTo>
                  <a:cubicBezTo>
                    <a:pt x="8630" y="6573"/>
                    <a:pt x="4998" y="7579"/>
                    <a:pt x="2800" y="8230"/>
                  </a:cubicBezTo>
                  <a:cubicBezTo>
                    <a:pt x="602" y="8881"/>
                    <a:pt x="-163" y="9177"/>
                    <a:pt x="28" y="9354"/>
                  </a:cubicBezTo>
                  <a:cubicBezTo>
                    <a:pt x="219" y="9532"/>
                    <a:pt x="1366" y="9591"/>
                    <a:pt x="3469" y="9739"/>
                  </a:cubicBezTo>
                  <a:cubicBezTo>
                    <a:pt x="5571" y="9887"/>
                    <a:pt x="8630" y="10124"/>
                    <a:pt x="10446" y="10508"/>
                  </a:cubicBezTo>
                  <a:cubicBezTo>
                    <a:pt x="12262" y="10893"/>
                    <a:pt x="12835" y="11426"/>
                    <a:pt x="11975" y="12432"/>
                  </a:cubicBezTo>
                  <a:cubicBezTo>
                    <a:pt x="11115" y="13438"/>
                    <a:pt x="8821" y="14917"/>
                    <a:pt x="6910" y="15953"/>
                  </a:cubicBezTo>
                  <a:cubicBezTo>
                    <a:pt x="4998" y="16988"/>
                    <a:pt x="3469" y="17580"/>
                    <a:pt x="2322" y="18053"/>
                  </a:cubicBezTo>
                  <a:cubicBezTo>
                    <a:pt x="1175" y="18527"/>
                    <a:pt x="410" y="18882"/>
                    <a:pt x="506" y="19060"/>
                  </a:cubicBezTo>
                  <a:cubicBezTo>
                    <a:pt x="602" y="19237"/>
                    <a:pt x="1557" y="19237"/>
                    <a:pt x="2800" y="19178"/>
                  </a:cubicBezTo>
                  <a:cubicBezTo>
                    <a:pt x="4042" y="19119"/>
                    <a:pt x="5571" y="19000"/>
                    <a:pt x="6814" y="18941"/>
                  </a:cubicBezTo>
                  <a:cubicBezTo>
                    <a:pt x="8056" y="18882"/>
                    <a:pt x="9012" y="18882"/>
                    <a:pt x="9299" y="19326"/>
                  </a:cubicBezTo>
                  <a:cubicBezTo>
                    <a:pt x="9586" y="19770"/>
                    <a:pt x="9203" y="20657"/>
                    <a:pt x="8821" y="21545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57" name="直线"/>
            <p:cNvSpPr/>
            <p:nvPr/>
          </p:nvSpPr>
          <p:spPr>
            <a:xfrm>
              <a:off x="9522305" y="6168135"/>
              <a:ext cx="198579" cy="2182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9" h="21349" extrusionOk="0">
                  <a:moveTo>
                    <a:pt x="4778" y="1062"/>
                  </a:moveTo>
                  <a:cubicBezTo>
                    <a:pt x="3015" y="6905"/>
                    <a:pt x="1252" y="12748"/>
                    <a:pt x="480" y="16200"/>
                  </a:cubicBezTo>
                  <a:cubicBezTo>
                    <a:pt x="-291" y="19652"/>
                    <a:pt x="-71" y="20715"/>
                    <a:pt x="701" y="21157"/>
                  </a:cubicBezTo>
                  <a:cubicBezTo>
                    <a:pt x="1472" y="21600"/>
                    <a:pt x="2795" y="21423"/>
                    <a:pt x="5550" y="19033"/>
                  </a:cubicBezTo>
                  <a:cubicBezTo>
                    <a:pt x="8305" y="16643"/>
                    <a:pt x="12493" y="12039"/>
                    <a:pt x="15358" y="8498"/>
                  </a:cubicBezTo>
                  <a:cubicBezTo>
                    <a:pt x="18223" y="4957"/>
                    <a:pt x="19766" y="2479"/>
                    <a:pt x="21309" y="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58" name="直线"/>
            <p:cNvSpPr/>
            <p:nvPr/>
          </p:nvSpPr>
          <p:spPr>
            <a:xfrm>
              <a:off x="10028987" y="5438706"/>
              <a:ext cx="361450" cy="463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4" h="21511" extrusionOk="0">
                  <a:moveTo>
                    <a:pt x="10617" y="2853"/>
                  </a:moveTo>
                  <a:cubicBezTo>
                    <a:pt x="13058" y="2096"/>
                    <a:pt x="15498" y="1340"/>
                    <a:pt x="17024" y="878"/>
                  </a:cubicBezTo>
                  <a:cubicBezTo>
                    <a:pt x="18549" y="415"/>
                    <a:pt x="19159" y="247"/>
                    <a:pt x="19769" y="121"/>
                  </a:cubicBezTo>
                  <a:cubicBezTo>
                    <a:pt x="20380" y="-5"/>
                    <a:pt x="20990" y="-89"/>
                    <a:pt x="21295" y="163"/>
                  </a:cubicBezTo>
                  <a:cubicBezTo>
                    <a:pt x="21600" y="415"/>
                    <a:pt x="21600" y="1004"/>
                    <a:pt x="20624" y="2474"/>
                  </a:cubicBezTo>
                  <a:cubicBezTo>
                    <a:pt x="19647" y="3945"/>
                    <a:pt x="17695" y="6299"/>
                    <a:pt x="14766" y="8904"/>
                  </a:cubicBezTo>
                  <a:cubicBezTo>
                    <a:pt x="11837" y="11509"/>
                    <a:pt x="7932" y="14367"/>
                    <a:pt x="5308" y="16510"/>
                  </a:cubicBezTo>
                  <a:cubicBezTo>
                    <a:pt x="2685" y="18653"/>
                    <a:pt x="1342" y="20082"/>
                    <a:pt x="0" y="21511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59" name="直线"/>
            <p:cNvSpPr/>
            <p:nvPr/>
          </p:nvSpPr>
          <p:spPr>
            <a:xfrm>
              <a:off x="10263145" y="5729047"/>
              <a:ext cx="277294" cy="15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33" extrusionOk="0">
                  <a:moveTo>
                    <a:pt x="0" y="20533"/>
                  </a:moveTo>
                  <a:cubicBezTo>
                    <a:pt x="480" y="10933"/>
                    <a:pt x="960" y="1333"/>
                    <a:pt x="3520" y="133"/>
                  </a:cubicBezTo>
                  <a:cubicBezTo>
                    <a:pt x="6080" y="-1067"/>
                    <a:pt x="10720" y="6133"/>
                    <a:pt x="14080" y="10933"/>
                  </a:cubicBezTo>
                  <a:cubicBezTo>
                    <a:pt x="17440" y="15733"/>
                    <a:pt x="19520" y="18133"/>
                    <a:pt x="21600" y="20533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60" name="直线"/>
            <p:cNvSpPr/>
            <p:nvPr/>
          </p:nvSpPr>
          <p:spPr>
            <a:xfrm>
              <a:off x="10250821" y="5949094"/>
              <a:ext cx="160141" cy="2516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446" extrusionOk="0">
                  <a:moveTo>
                    <a:pt x="0" y="3395"/>
                  </a:moveTo>
                  <a:cubicBezTo>
                    <a:pt x="6015" y="2315"/>
                    <a:pt x="12030" y="1235"/>
                    <a:pt x="15722" y="617"/>
                  </a:cubicBezTo>
                  <a:cubicBezTo>
                    <a:pt x="19413" y="0"/>
                    <a:pt x="20780" y="-154"/>
                    <a:pt x="21190" y="155"/>
                  </a:cubicBezTo>
                  <a:cubicBezTo>
                    <a:pt x="21600" y="463"/>
                    <a:pt x="21053" y="1235"/>
                    <a:pt x="19003" y="3703"/>
                  </a:cubicBezTo>
                  <a:cubicBezTo>
                    <a:pt x="16952" y="6172"/>
                    <a:pt x="13397" y="10337"/>
                    <a:pt x="11347" y="13577"/>
                  </a:cubicBezTo>
                  <a:cubicBezTo>
                    <a:pt x="9296" y="16817"/>
                    <a:pt x="8749" y="19132"/>
                    <a:pt x="8203" y="21446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61" name="直线"/>
            <p:cNvSpPr/>
            <p:nvPr/>
          </p:nvSpPr>
          <p:spPr>
            <a:xfrm>
              <a:off x="10201525" y="6206150"/>
              <a:ext cx="252646" cy="825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53" extrusionOk="0">
                  <a:moveTo>
                    <a:pt x="2107" y="16545"/>
                  </a:moveTo>
                  <a:cubicBezTo>
                    <a:pt x="1054" y="17923"/>
                    <a:pt x="0" y="19302"/>
                    <a:pt x="0" y="20221"/>
                  </a:cubicBezTo>
                  <a:cubicBezTo>
                    <a:pt x="0" y="21140"/>
                    <a:pt x="1054" y="21600"/>
                    <a:pt x="3951" y="19072"/>
                  </a:cubicBezTo>
                  <a:cubicBezTo>
                    <a:pt x="6849" y="16545"/>
                    <a:pt x="11590" y="11030"/>
                    <a:pt x="14839" y="7353"/>
                  </a:cubicBezTo>
                  <a:cubicBezTo>
                    <a:pt x="18088" y="3677"/>
                    <a:pt x="19844" y="1838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62" name="直线"/>
            <p:cNvSpPr/>
            <p:nvPr/>
          </p:nvSpPr>
          <p:spPr>
            <a:xfrm>
              <a:off x="11163774" y="5293782"/>
              <a:ext cx="516648" cy="114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0" h="21600" extrusionOk="0">
                  <a:moveTo>
                    <a:pt x="989" y="21600"/>
                  </a:moveTo>
                  <a:cubicBezTo>
                    <a:pt x="474" y="20571"/>
                    <a:pt x="-40" y="19543"/>
                    <a:pt x="3" y="18857"/>
                  </a:cubicBezTo>
                  <a:cubicBezTo>
                    <a:pt x="46" y="18171"/>
                    <a:pt x="646" y="17829"/>
                    <a:pt x="2703" y="16457"/>
                  </a:cubicBezTo>
                  <a:cubicBezTo>
                    <a:pt x="4760" y="15086"/>
                    <a:pt x="8274" y="12686"/>
                    <a:pt x="11660" y="9771"/>
                  </a:cubicBezTo>
                  <a:cubicBezTo>
                    <a:pt x="15046" y="6857"/>
                    <a:pt x="18303" y="3429"/>
                    <a:pt x="21560" y="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63" name="直线"/>
            <p:cNvSpPr/>
            <p:nvPr/>
          </p:nvSpPr>
          <p:spPr>
            <a:xfrm>
              <a:off x="10928649" y="5516443"/>
              <a:ext cx="109257" cy="7711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7" h="21600" extrusionOk="0">
                  <a:moveTo>
                    <a:pt x="16800" y="0"/>
                  </a:moveTo>
                  <a:cubicBezTo>
                    <a:pt x="18800" y="1470"/>
                    <a:pt x="20800" y="2941"/>
                    <a:pt x="21200" y="4538"/>
                  </a:cubicBezTo>
                  <a:cubicBezTo>
                    <a:pt x="21600" y="6135"/>
                    <a:pt x="20400" y="7859"/>
                    <a:pt x="18400" y="9685"/>
                  </a:cubicBezTo>
                  <a:cubicBezTo>
                    <a:pt x="16400" y="11510"/>
                    <a:pt x="13600" y="13437"/>
                    <a:pt x="10400" y="15313"/>
                  </a:cubicBezTo>
                  <a:cubicBezTo>
                    <a:pt x="7200" y="17189"/>
                    <a:pt x="3600" y="19014"/>
                    <a:pt x="1800" y="20054"/>
                  </a:cubicBezTo>
                  <a:cubicBezTo>
                    <a:pt x="0" y="21093"/>
                    <a:pt x="0" y="21346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64" name="直线"/>
            <p:cNvSpPr/>
            <p:nvPr/>
          </p:nvSpPr>
          <p:spPr>
            <a:xfrm>
              <a:off x="11187456" y="5734338"/>
              <a:ext cx="613163" cy="30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304" extrusionOk="0">
                  <a:moveTo>
                    <a:pt x="0" y="11191"/>
                  </a:moveTo>
                  <a:cubicBezTo>
                    <a:pt x="2167" y="8818"/>
                    <a:pt x="4334" y="6446"/>
                    <a:pt x="6682" y="4511"/>
                  </a:cubicBezTo>
                  <a:cubicBezTo>
                    <a:pt x="9030" y="2576"/>
                    <a:pt x="11559" y="1077"/>
                    <a:pt x="13834" y="391"/>
                  </a:cubicBezTo>
                  <a:cubicBezTo>
                    <a:pt x="16110" y="-296"/>
                    <a:pt x="18132" y="-171"/>
                    <a:pt x="19505" y="1514"/>
                  </a:cubicBezTo>
                  <a:cubicBezTo>
                    <a:pt x="20878" y="3200"/>
                    <a:pt x="21600" y="6446"/>
                    <a:pt x="21564" y="9630"/>
                  </a:cubicBezTo>
                  <a:cubicBezTo>
                    <a:pt x="21528" y="12814"/>
                    <a:pt x="20733" y="15935"/>
                    <a:pt x="19433" y="17870"/>
                  </a:cubicBezTo>
                  <a:cubicBezTo>
                    <a:pt x="18132" y="19806"/>
                    <a:pt x="16326" y="20555"/>
                    <a:pt x="14520" y="21304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65" name="直线"/>
            <p:cNvSpPr/>
            <p:nvPr/>
          </p:nvSpPr>
          <p:spPr>
            <a:xfrm>
              <a:off x="11273724" y="5603116"/>
              <a:ext cx="308105" cy="5867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2" extrusionOk="0">
                  <a:moveTo>
                    <a:pt x="21600" y="1005"/>
                  </a:moveTo>
                  <a:cubicBezTo>
                    <a:pt x="21456" y="540"/>
                    <a:pt x="21312" y="75"/>
                    <a:pt x="21096" y="8"/>
                  </a:cubicBezTo>
                  <a:cubicBezTo>
                    <a:pt x="20880" y="-58"/>
                    <a:pt x="20592" y="274"/>
                    <a:pt x="19584" y="1537"/>
                  </a:cubicBezTo>
                  <a:cubicBezTo>
                    <a:pt x="18576" y="2800"/>
                    <a:pt x="16848" y="4993"/>
                    <a:pt x="14616" y="7352"/>
                  </a:cubicBezTo>
                  <a:cubicBezTo>
                    <a:pt x="12384" y="9712"/>
                    <a:pt x="9648" y="12237"/>
                    <a:pt x="7128" y="14630"/>
                  </a:cubicBezTo>
                  <a:cubicBezTo>
                    <a:pt x="4608" y="17023"/>
                    <a:pt x="2304" y="19282"/>
                    <a:pt x="0" y="21542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66" name="直线"/>
            <p:cNvSpPr/>
            <p:nvPr/>
          </p:nvSpPr>
          <p:spPr>
            <a:xfrm>
              <a:off x="10640708" y="7017640"/>
              <a:ext cx="25912" cy="470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440" y="2656"/>
                    <a:pt x="2880" y="5313"/>
                    <a:pt x="4320" y="8214"/>
                  </a:cubicBezTo>
                  <a:cubicBezTo>
                    <a:pt x="5760" y="11115"/>
                    <a:pt x="7200" y="14260"/>
                    <a:pt x="10080" y="16532"/>
                  </a:cubicBezTo>
                  <a:cubicBezTo>
                    <a:pt x="12960" y="18804"/>
                    <a:pt x="17280" y="20202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67" name="直线"/>
            <p:cNvSpPr/>
            <p:nvPr/>
          </p:nvSpPr>
          <p:spPr>
            <a:xfrm>
              <a:off x="10552613" y="7492615"/>
              <a:ext cx="274650" cy="1547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16" extrusionOk="0">
                  <a:moveTo>
                    <a:pt x="0" y="0"/>
                  </a:moveTo>
                  <a:cubicBezTo>
                    <a:pt x="408" y="6231"/>
                    <a:pt x="815" y="12462"/>
                    <a:pt x="1698" y="16304"/>
                  </a:cubicBezTo>
                  <a:cubicBezTo>
                    <a:pt x="2581" y="20146"/>
                    <a:pt x="3940" y="21600"/>
                    <a:pt x="6113" y="20977"/>
                  </a:cubicBezTo>
                  <a:cubicBezTo>
                    <a:pt x="8287" y="20354"/>
                    <a:pt x="11275" y="17654"/>
                    <a:pt x="13992" y="14019"/>
                  </a:cubicBezTo>
                  <a:cubicBezTo>
                    <a:pt x="16709" y="10385"/>
                    <a:pt x="19155" y="5815"/>
                    <a:pt x="21600" y="1246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68" name="直线"/>
            <p:cNvSpPr/>
            <p:nvPr/>
          </p:nvSpPr>
          <p:spPr>
            <a:xfrm>
              <a:off x="7982929" y="8085471"/>
              <a:ext cx="210804" cy="646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88" h="21425" extrusionOk="0">
                  <a:moveTo>
                    <a:pt x="18842" y="229"/>
                  </a:moveTo>
                  <a:cubicBezTo>
                    <a:pt x="15731" y="27"/>
                    <a:pt x="12621" y="-175"/>
                    <a:pt x="9510" y="254"/>
                  </a:cubicBezTo>
                  <a:cubicBezTo>
                    <a:pt x="6400" y="683"/>
                    <a:pt x="3290" y="1743"/>
                    <a:pt x="1562" y="2777"/>
                  </a:cubicBezTo>
                  <a:cubicBezTo>
                    <a:pt x="-166" y="3812"/>
                    <a:pt x="-512" y="4821"/>
                    <a:pt x="784" y="6133"/>
                  </a:cubicBezTo>
                  <a:cubicBezTo>
                    <a:pt x="2080" y="7446"/>
                    <a:pt x="5018" y="9061"/>
                    <a:pt x="8214" y="10549"/>
                  </a:cubicBezTo>
                  <a:cubicBezTo>
                    <a:pt x="11411" y="12038"/>
                    <a:pt x="14867" y="13401"/>
                    <a:pt x="17286" y="14385"/>
                  </a:cubicBezTo>
                  <a:cubicBezTo>
                    <a:pt x="19706" y="15369"/>
                    <a:pt x="21088" y="15975"/>
                    <a:pt x="21088" y="16580"/>
                  </a:cubicBezTo>
                  <a:cubicBezTo>
                    <a:pt x="21088" y="17186"/>
                    <a:pt x="19706" y="17791"/>
                    <a:pt x="16077" y="18599"/>
                  </a:cubicBezTo>
                  <a:cubicBezTo>
                    <a:pt x="12448" y="19406"/>
                    <a:pt x="6573" y="20416"/>
                    <a:pt x="698" y="21425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69" name="直线"/>
            <p:cNvSpPr/>
            <p:nvPr/>
          </p:nvSpPr>
          <p:spPr>
            <a:xfrm>
              <a:off x="8482159" y="8261342"/>
              <a:ext cx="259146" cy="396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0" h="21254" extrusionOk="0">
                  <a:moveTo>
                    <a:pt x="432" y="1467"/>
                  </a:moveTo>
                  <a:cubicBezTo>
                    <a:pt x="146" y="3586"/>
                    <a:pt x="-140" y="5706"/>
                    <a:pt x="75" y="8273"/>
                  </a:cubicBezTo>
                  <a:cubicBezTo>
                    <a:pt x="289" y="10841"/>
                    <a:pt x="1004" y="13857"/>
                    <a:pt x="2149" y="16220"/>
                  </a:cubicBezTo>
                  <a:cubicBezTo>
                    <a:pt x="3293" y="18584"/>
                    <a:pt x="4867" y="20296"/>
                    <a:pt x="6440" y="20948"/>
                  </a:cubicBezTo>
                  <a:cubicBezTo>
                    <a:pt x="8014" y="21600"/>
                    <a:pt x="9587" y="21192"/>
                    <a:pt x="11518" y="19888"/>
                  </a:cubicBezTo>
                  <a:cubicBezTo>
                    <a:pt x="13449" y="18584"/>
                    <a:pt x="15738" y="16383"/>
                    <a:pt x="17455" y="13979"/>
                  </a:cubicBezTo>
                  <a:cubicBezTo>
                    <a:pt x="19171" y="11574"/>
                    <a:pt x="20316" y="8966"/>
                    <a:pt x="20888" y="6602"/>
                  </a:cubicBezTo>
                  <a:cubicBezTo>
                    <a:pt x="21460" y="4238"/>
                    <a:pt x="21460" y="2119"/>
                    <a:pt x="21460" y="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70" name="直线"/>
            <p:cNvSpPr/>
            <p:nvPr/>
          </p:nvSpPr>
          <p:spPr>
            <a:xfrm>
              <a:off x="8953768" y="8262722"/>
              <a:ext cx="513044" cy="302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8" h="21453" extrusionOk="0">
                  <a:moveTo>
                    <a:pt x="0" y="3142"/>
                  </a:moveTo>
                  <a:cubicBezTo>
                    <a:pt x="0" y="2602"/>
                    <a:pt x="0" y="2062"/>
                    <a:pt x="217" y="1792"/>
                  </a:cubicBezTo>
                  <a:cubicBezTo>
                    <a:pt x="435" y="1522"/>
                    <a:pt x="870" y="1522"/>
                    <a:pt x="1268" y="2278"/>
                  </a:cubicBezTo>
                  <a:cubicBezTo>
                    <a:pt x="1667" y="3034"/>
                    <a:pt x="2030" y="4546"/>
                    <a:pt x="2138" y="7138"/>
                  </a:cubicBezTo>
                  <a:cubicBezTo>
                    <a:pt x="2247" y="9730"/>
                    <a:pt x="2102" y="13402"/>
                    <a:pt x="1921" y="15832"/>
                  </a:cubicBezTo>
                  <a:cubicBezTo>
                    <a:pt x="1740" y="18262"/>
                    <a:pt x="1522" y="19450"/>
                    <a:pt x="1305" y="20260"/>
                  </a:cubicBezTo>
                  <a:cubicBezTo>
                    <a:pt x="1087" y="21070"/>
                    <a:pt x="870" y="21502"/>
                    <a:pt x="725" y="21448"/>
                  </a:cubicBezTo>
                  <a:cubicBezTo>
                    <a:pt x="580" y="21394"/>
                    <a:pt x="507" y="20854"/>
                    <a:pt x="797" y="19126"/>
                  </a:cubicBezTo>
                  <a:cubicBezTo>
                    <a:pt x="1087" y="17398"/>
                    <a:pt x="1740" y="14482"/>
                    <a:pt x="2827" y="11620"/>
                  </a:cubicBezTo>
                  <a:cubicBezTo>
                    <a:pt x="3914" y="8758"/>
                    <a:pt x="5436" y="5950"/>
                    <a:pt x="6451" y="4276"/>
                  </a:cubicBezTo>
                  <a:cubicBezTo>
                    <a:pt x="7466" y="2602"/>
                    <a:pt x="7973" y="2062"/>
                    <a:pt x="8517" y="1792"/>
                  </a:cubicBezTo>
                  <a:cubicBezTo>
                    <a:pt x="9060" y="1522"/>
                    <a:pt x="9640" y="1522"/>
                    <a:pt x="10111" y="2062"/>
                  </a:cubicBezTo>
                  <a:cubicBezTo>
                    <a:pt x="10583" y="2602"/>
                    <a:pt x="10945" y="3682"/>
                    <a:pt x="11235" y="5464"/>
                  </a:cubicBezTo>
                  <a:cubicBezTo>
                    <a:pt x="11525" y="7246"/>
                    <a:pt x="11742" y="9730"/>
                    <a:pt x="11706" y="11836"/>
                  </a:cubicBezTo>
                  <a:cubicBezTo>
                    <a:pt x="11670" y="13942"/>
                    <a:pt x="11380" y="15670"/>
                    <a:pt x="11126" y="16750"/>
                  </a:cubicBezTo>
                  <a:cubicBezTo>
                    <a:pt x="10873" y="17830"/>
                    <a:pt x="10655" y="18262"/>
                    <a:pt x="10438" y="18694"/>
                  </a:cubicBezTo>
                  <a:cubicBezTo>
                    <a:pt x="10220" y="19126"/>
                    <a:pt x="10003" y="19558"/>
                    <a:pt x="9894" y="19450"/>
                  </a:cubicBezTo>
                  <a:cubicBezTo>
                    <a:pt x="9785" y="19342"/>
                    <a:pt x="9785" y="18694"/>
                    <a:pt x="10003" y="17236"/>
                  </a:cubicBezTo>
                  <a:cubicBezTo>
                    <a:pt x="10220" y="15778"/>
                    <a:pt x="10655" y="13510"/>
                    <a:pt x="11380" y="11404"/>
                  </a:cubicBezTo>
                  <a:cubicBezTo>
                    <a:pt x="12105" y="9298"/>
                    <a:pt x="13119" y="7354"/>
                    <a:pt x="14424" y="5464"/>
                  </a:cubicBezTo>
                  <a:cubicBezTo>
                    <a:pt x="15729" y="3574"/>
                    <a:pt x="17323" y="1738"/>
                    <a:pt x="18374" y="820"/>
                  </a:cubicBezTo>
                  <a:cubicBezTo>
                    <a:pt x="19426" y="-98"/>
                    <a:pt x="19933" y="-98"/>
                    <a:pt x="20332" y="118"/>
                  </a:cubicBezTo>
                  <a:cubicBezTo>
                    <a:pt x="20730" y="334"/>
                    <a:pt x="21020" y="766"/>
                    <a:pt x="21238" y="2278"/>
                  </a:cubicBezTo>
                  <a:cubicBezTo>
                    <a:pt x="21455" y="3790"/>
                    <a:pt x="21600" y="6382"/>
                    <a:pt x="21491" y="9244"/>
                  </a:cubicBezTo>
                  <a:cubicBezTo>
                    <a:pt x="21383" y="12106"/>
                    <a:pt x="21020" y="15238"/>
                    <a:pt x="20658" y="1837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71" name="直线"/>
            <p:cNvSpPr/>
            <p:nvPr/>
          </p:nvSpPr>
          <p:spPr>
            <a:xfrm>
              <a:off x="9622256" y="8196923"/>
              <a:ext cx="472046" cy="325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3" h="21385" extrusionOk="0">
                  <a:moveTo>
                    <a:pt x="0" y="4532"/>
                  </a:moveTo>
                  <a:cubicBezTo>
                    <a:pt x="709" y="7132"/>
                    <a:pt x="1419" y="9732"/>
                    <a:pt x="1695" y="12382"/>
                  </a:cubicBezTo>
                  <a:cubicBezTo>
                    <a:pt x="1971" y="15032"/>
                    <a:pt x="1813" y="17732"/>
                    <a:pt x="1577" y="19332"/>
                  </a:cubicBezTo>
                  <a:cubicBezTo>
                    <a:pt x="1340" y="20932"/>
                    <a:pt x="1025" y="21432"/>
                    <a:pt x="828" y="21382"/>
                  </a:cubicBezTo>
                  <a:cubicBezTo>
                    <a:pt x="631" y="21332"/>
                    <a:pt x="552" y="20732"/>
                    <a:pt x="749" y="19032"/>
                  </a:cubicBezTo>
                  <a:cubicBezTo>
                    <a:pt x="946" y="17332"/>
                    <a:pt x="1419" y="14532"/>
                    <a:pt x="2444" y="11982"/>
                  </a:cubicBezTo>
                  <a:cubicBezTo>
                    <a:pt x="3469" y="9432"/>
                    <a:pt x="5045" y="7132"/>
                    <a:pt x="6188" y="5832"/>
                  </a:cubicBezTo>
                  <a:cubicBezTo>
                    <a:pt x="7331" y="4532"/>
                    <a:pt x="8041" y="4232"/>
                    <a:pt x="8750" y="4032"/>
                  </a:cubicBezTo>
                  <a:cubicBezTo>
                    <a:pt x="9460" y="3832"/>
                    <a:pt x="10169" y="3732"/>
                    <a:pt x="10682" y="4232"/>
                  </a:cubicBezTo>
                  <a:cubicBezTo>
                    <a:pt x="11194" y="4732"/>
                    <a:pt x="11509" y="5832"/>
                    <a:pt x="11509" y="7632"/>
                  </a:cubicBezTo>
                  <a:cubicBezTo>
                    <a:pt x="11509" y="9432"/>
                    <a:pt x="11194" y="11932"/>
                    <a:pt x="10918" y="13532"/>
                  </a:cubicBezTo>
                  <a:cubicBezTo>
                    <a:pt x="10642" y="15132"/>
                    <a:pt x="10406" y="15832"/>
                    <a:pt x="10327" y="15882"/>
                  </a:cubicBezTo>
                  <a:cubicBezTo>
                    <a:pt x="10248" y="15932"/>
                    <a:pt x="10327" y="15332"/>
                    <a:pt x="10800" y="13932"/>
                  </a:cubicBezTo>
                  <a:cubicBezTo>
                    <a:pt x="11273" y="12532"/>
                    <a:pt x="12140" y="10332"/>
                    <a:pt x="13204" y="8232"/>
                  </a:cubicBezTo>
                  <a:cubicBezTo>
                    <a:pt x="14269" y="6132"/>
                    <a:pt x="15530" y="4132"/>
                    <a:pt x="16634" y="2732"/>
                  </a:cubicBezTo>
                  <a:cubicBezTo>
                    <a:pt x="17737" y="1332"/>
                    <a:pt x="18683" y="532"/>
                    <a:pt x="19353" y="182"/>
                  </a:cubicBezTo>
                  <a:cubicBezTo>
                    <a:pt x="20023" y="-168"/>
                    <a:pt x="20418" y="-68"/>
                    <a:pt x="20772" y="982"/>
                  </a:cubicBezTo>
                  <a:cubicBezTo>
                    <a:pt x="21127" y="2032"/>
                    <a:pt x="21442" y="4032"/>
                    <a:pt x="21521" y="6732"/>
                  </a:cubicBezTo>
                  <a:cubicBezTo>
                    <a:pt x="21600" y="9432"/>
                    <a:pt x="21442" y="12832"/>
                    <a:pt x="21403" y="15282"/>
                  </a:cubicBezTo>
                  <a:cubicBezTo>
                    <a:pt x="21364" y="17732"/>
                    <a:pt x="21442" y="19232"/>
                    <a:pt x="21521" y="20732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72" name="直线"/>
            <p:cNvSpPr/>
            <p:nvPr/>
          </p:nvSpPr>
          <p:spPr>
            <a:xfrm>
              <a:off x="10252188" y="8222626"/>
              <a:ext cx="251021" cy="328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1019" extrusionOk="0">
                  <a:moveTo>
                    <a:pt x="1083" y="8604"/>
                  </a:moveTo>
                  <a:cubicBezTo>
                    <a:pt x="639" y="8994"/>
                    <a:pt x="195" y="9383"/>
                    <a:pt x="47" y="9869"/>
                  </a:cubicBezTo>
                  <a:cubicBezTo>
                    <a:pt x="-101" y="10356"/>
                    <a:pt x="47" y="10939"/>
                    <a:pt x="1231" y="11426"/>
                  </a:cubicBezTo>
                  <a:cubicBezTo>
                    <a:pt x="2414" y="11912"/>
                    <a:pt x="4633" y="12302"/>
                    <a:pt x="7148" y="12107"/>
                  </a:cubicBezTo>
                  <a:cubicBezTo>
                    <a:pt x="9663" y="11912"/>
                    <a:pt x="12474" y="11134"/>
                    <a:pt x="14694" y="9821"/>
                  </a:cubicBezTo>
                  <a:cubicBezTo>
                    <a:pt x="16913" y="8507"/>
                    <a:pt x="18540" y="6658"/>
                    <a:pt x="19058" y="5102"/>
                  </a:cubicBezTo>
                  <a:cubicBezTo>
                    <a:pt x="19576" y="3545"/>
                    <a:pt x="18984" y="2280"/>
                    <a:pt x="17578" y="1307"/>
                  </a:cubicBezTo>
                  <a:cubicBezTo>
                    <a:pt x="16173" y="334"/>
                    <a:pt x="13954" y="-347"/>
                    <a:pt x="11587" y="188"/>
                  </a:cubicBezTo>
                  <a:cubicBezTo>
                    <a:pt x="9220" y="723"/>
                    <a:pt x="6704" y="2475"/>
                    <a:pt x="5003" y="5102"/>
                  </a:cubicBezTo>
                  <a:cubicBezTo>
                    <a:pt x="3302" y="7729"/>
                    <a:pt x="2414" y="11231"/>
                    <a:pt x="2858" y="14102"/>
                  </a:cubicBezTo>
                  <a:cubicBezTo>
                    <a:pt x="3302" y="16972"/>
                    <a:pt x="5077" y="19210"/>
                    <a:pt x="8406" y="20231"/>
                  </a:cubicBezTo>
                  <a:cubicBezTo>
                    <a:pt x="11735" y="21253"/>
                    <a:pt x="16617" y="21058"/>
                    <a:pt x="21499" y="20864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73" name="直线"/>
            <p:cNvSpPr/>
            <p:nvPr/>
          </p:nvSpPr>
          <p:spPr>
            <a:xfrm>
              <a:off x="10669034" y="8233547"/>
              <a:ext cx="295379" cy="290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74" extrusionOk="0">
                  <a:moveTo>
                    <a:pt x="0" y="2043"/>
                  </a:moveTo>
                  <a:cubicBezTo>
                    <a:pt x="126" y="1484"/>
                    <a:pt x="253" y="924"/>
                    <a:pt x="632" y="533"/>
                  </a:cubicBezTo>
                  <a:cubicBezTo>
                    <a:pt x="1010" y="141"/>
                    <a:pt x="1642" y="-83"/>
                    <a:pt x="2211" y="29"/>
                  </a:cubicBezTo>
                  <a:cubicBezTo>
                    <a:pt x="2779" y="141"/>
                    <a:pt x="3284" y="588"/>
                    <a:pt x="3979" y="2547"/>
                  </a:cubicBezTo>
                  <a:cubicBezTo>
                    <a:pt x="4674" y="4506"/>
                    <a:pt x="5558" y="7975"/>
                    <a:pt x="5747" y="11165"/>
                  </a:cubicBezTo>
                  <a:cubicBezTo>
                    <a:pt x="5937" y="14354"/>
                    <a:pt x="5432" y="17264"/>
                    <a:pt x="4989" y="19055"/>
                  </a:cubicBezTo>
                  <a:cubicBezTo>
                    <a:pt x="4547" y="20846"/>
                    <a:pt x="4168" y="21517"/>
                    <a:pt x="4042" y="21349"/>
                  </a:cubicBezTo>
                  <a:cubicBezTo>
                    <a:pt x="3916" y="21181"/>
                    <a:pt x="4042" y="20174"/>
                    <a:pt x="5116" y="17880"/>
                  </a:cubicBezTo>
                  <a:cubicBezTo>
                    <a:pt x="6189" y="15585"/>
                    <a:pt x="8210" y="12004"/>
                    <a:pt x="10800" y="9094"/>
                  </a:cubicBezTo>
                  <a:cubicBezTo>
                    <a:pt x="13389" y="6184"/>
                    <a:pt x="16547" y="3946"/>
                    <a:pt x="18442" y="2659"/>
                  </a:cubicBezTo>
                  <a:cubicBezTo>
                    <a:pt x="20337" y="1372"/>
                    <a:pt x="20968" y="1036"/>
                    <a:pt x="21600" y="7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74" name="直线"/>
            <p:cNvSpPr/>
            <p:nvPr/>
          </p:nvSpPr>
          <p:spPr>
            <a:xfrm>
              <a:off x="11399706" y="7973616"/>
              <a:ext cx="124371" cy="593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9500" y="1052"/>
                    <a:pt x="17400" y="2105"/>
                    <a:pt x="15450" y="3600"/>
                  </a:cubicBezTo>
                  <a:cubicBezTo>
                    <a:pt x="13500" y="5095"/>
                    <a:pt x="11700" y="7034"/>
                    <a:pt x="9750" y="9111"/>
                  </a:cubicBezTo>
                  <a:cubicBezTo>
                    <a:pt x="7800" y="11188"/>
                    <a:pt x="5700" y="13403"/>
                    <a:pt x="4050" y="15508"/>
                  </a:cubicBezTo>
                  <a:cubicBezTo>
                    <a:pt x="2400" y="17612"/>
                    <a:pt x="1200" y="19606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75" name="直线"/>
            <p:cNvSpPr/>
            <p:nvPr/>
          </p:nvSpPr>
          <p:spPr>
            <a:xfrm>
              <a:off x="11560350" y="7982750"/>
              <a:ext cx="145098" cy="5571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600" y="1889"/>
                    <a:pt x="7200" y="3777"/>
                    <a:pt x="10029" y="5902"/>
                  </a:cubicBezTo>
                  <a:cubicBezTo>
                    <a:pt x="12857" y="8026"/>
                    <a:pt x="14914" y="10387"/>
                    <a:pt x="16457" y="12423"/>
                  </a:cubicBezTo>
                  <a:cubicBezTo>
                    <a:pt x="18000" y="14459"/>
                    <a:pt x="19029" y="16170"/>
                    <a:pt x="19800" y="17646"/>
                  </a:cubicBezTo>
                  <a:cubicBezTo>
                    <a:pt x="20572" y="19121"/>
                    <a:pt x="21086" y="20361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76" name="直线"/>
            <p:cNvSpPr/>
            <p:nvPr/>
          </p:nvSpPr>
          <p:spPr>
            <a:xfrm>
              <a:off x="11456708" y="8334414"/>
              <a:ext cx="243558" cy="50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370" y="19636"/>
                    <a:pt x="6740" y="17673"/>
                    <a:pt x="10340" y="14073"/>
                  </a:cubicBezTo>
                  <a:cubicBezTo>
                    <a:pt x="13940" y="10473"/>
                    <a:pt x="17770" y="5236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77" name="直线"/>
            <p:cNvSpPr/>
            <p:nvPr/>
          </p:nvSpPr>
          <p:spPr>
            <a:xfrm>
              <a:off x="11897184" y="8142598"/>
              <a:ext cx="259104" cy="291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7" extrusionOk="0">
                  <a:moveTo>
                    <a:pt x="0" y="1350"/>
                  </a:moveTo>
                  <a:cubicBezTo>
                    <a:pt x="720" y="5175"/>
                    <a:pt x="1440" y="9000"/>
                    <a:pt x="1800" y="12094"/>
                  </a:cubicBezTo>
                  <a:cubicBezTo>
                    <a:pt x="2160" y="15187"/>
                    <a:pt x="2160" y="17550"/>
                    <a:pt x="2088" y="19125"/>
                  </a:cubicBezTo>
                  <a:cubicBezTo>
                    <a:pt x="2016" y="20700"/>
                    <a:pt x="1872" y="21487"/>
                    <a:pt x="1728" y="21544"/>
                  </a:cubicBezTo>
                  <a:cubicBezTo>
                    <a:pt x="1584" y="21600"/>
                    <a:pt x="1440" y="20925"/>
                    <a:pt x="2016" y="19125"/>
                  </a:cubicBezTo>
                  <a:cubicBezTo>
                    <a:pt x="2592" y="17325"/>
                    <a:pt x="3888" y="14400"/>
                    <a:pt x="6048" y="11531"/>
                  </a:cubicBezTo>
                  <a:cubicBezTo>
                    <a:pt x="8208" y="8662"/>
                    <a:pt x="11232" y="5850"/>
                    <a:pt x="13968" y="3937"/>
                  </a:cubicBezTo>
                  <a:cubicBezTo>
                    <a:pt x="16704" y="2025"/>
                    <a:pt x="19152" y="1012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78" name="直线"/>
            <p:cNvSpPr/>
            <p:nvPr/>
          </p:nvSpPr>
          <p:spPr>
            <a:xfrm>
              <a:off x="12293873" y="8176324"/>
              <a:ext cx="225160" cy="341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9" h="21170" extrusionOk="0">
                  <a:moveTo>
                    <a:pt x="17758" y="1306"/>
                  </a:moveTo>
                  <a:cubicBezTo>
                    <a:pt x="16622" y="740"/>
                    <a:pt x="15485" y="174"/>
                    <a:pt x="14104" y="32"/>
                  </a:cubicBezTo>
                  <a:cubicBezTo>
                    <a:pt x="12724" y="-109"/>
                    <a:pt x="11100" y="174"/>
                    <a:pt x="8745" y="1589"/>
                  </a:cubicBezTo>
                  <a:cubicBezTo>
                    <a:pt x="6390" y="3004"/>
                    <a:pt x="3304" y="5550"/>
                    <a:pt x="1599" y="8286"/>
                  </a:cubicBezTo>
                  <a:cubicBezTo>
                    <a:pt x="-106" y="11021"/>
                    <a:pt x="-431" y="13945"/>
                    <a:pt x="543" y="16256"/>
                  </a:cubicBezTo>
                  <a:cubicBezTo>
                    <a:pt x="1518" y="18567"/>
                    <a:pt x="3792" y="20265"/>
                    <a:pt x="7446" y="20878"/>
                  </a:cubicBezTo>
                  <a:cubicBezTo>
                    <a:pt x="11100" y="21491"/>
                    <a:pt x="16134" y="21019"/>
                    <a:pt x="21169" y="20548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79" name="直线"/>
            <p:cNvSpPr/>
            <p:nvPr/>
          </p:nvSpPr>
          <p:spPr>
            <a:xfrm>
              <a:off x="12695222" y="7937080"/>
              <a:ext cx="44913" cy="4841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939" y="0"/>
                  </a:moveTo>
                  <a:cubicBezTo>
                    <a:pt x="20769" y="2513"/>
                    <a:pt x="21600" y="5026"/>
                    <a:pt x="21600" y="7540"/>
                  </a:cubicBezTo>
                  <a:cubicBezTo>
                    <a:pt x="21600" y="10053"/>
                    <a:pt x="20769" y="12566"/>
                    <a:pt x="17031" y="14909"/>
                  </a:cubicBezTo>
                  <a:cubicBezTo>
                    <a:pt x="13292" y="17253"/>
                    <a:pt x="6646" y="19426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80" name="直线"/>
            <p:cNvSpPr/>
            <p:nvPr/>
          </p:nvSpPr>
          <p:spPr>
            <a:xfrm>
              <a:off x="12741861" y="8207320"/>
              <a:ext cx="165828" cy="264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6" extrusionOk="0">
                  <a:moveTo>
                    <a:pt x="0" y="5150"/>
                  </a:moveTo>
                  <a:cubicBezTo>
                    <a:pt x="0" y="4157"/>
                    <a:pt x="0" y="3164"/>
                    <a:pt x="2025" y="2295"/>
                  </a:cubicBezTo>
                  <a:cubicBezTo>
                    <a:pt x="4050" y="1426"/>
                    <a:pt x="8100" y="681"/>
                    <a:pt x="10688" y="308"/>
                  </a:cubicBezTo>
                  <a:cubicBezTo>
                    <a:pt x="13275" y="-64"/>
                    <a:pt x="14400" y="-64"/>
                    <a:pt x="15413" y="122"/>
                  </a:cubicBezTo>
                  <a:cubicBezTo>
                    <a:pt x="16425" y="308"/>
                    <a:pt x="17325" y="681"/>
                    <a:pt x="17888" y="2357"/>
                  </a:cubicBezTo>
                  <a:cubicBezTo>
                    <a:pt x="18450" y="4033"/>
                    <a:pt x="18675" y="7012"/>
                    <a:pt x="18787" y="10177"/>
                  </a:cubicBezTo>
                  <a:cubicBezTo>
                    <a:pt x="18900" y="13343"/>
                    <a:pt x="18900" y="16695"/>
                    <a:pt x="19350" y="18619"/>
                  </a:cubicBezTo>
                  <a:cubicBezTo>
                    <a:pt x="19800" y="20543"/>
                    <a:pt x="20700" y="21039"/>
                    <a:pt x="21600" y="21536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81" name="直线"/>
            <p:cNvSpPr/>
            <p:nvPr/>
          </p:nvSpPr>
          <p:spPr>
            <a:xfrm>
              <a:off x="13110106" y="8000982"/>
              <a:ext cx="25593" cy="457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02" h="20920" extrusionOk="0">
                  <a:moveTo>
                    <a:pt x="20002" y="2107"/>
                  </a:moveTo>
                  <a:cubicBezTo>
                    <a:pt x="11902" y="713"/>
                    <a:pt x="3802" y="-680"/>
                    <a:pt x="1102" y="365"/>
                  </a:cubicBezTo>
                  <a:cubicBezTo>
                    <a:pt x="-1598" y="1410"/>
                    <a:pt x="1102" y="4894"/>
                    <a:pt x="4477" y="8726"/>
                  </a:cubicBezTo>
                  <a:cubicBezTo>
                    <a:pt x="7852" y="12559"/>
                    <a:pt x="11902" y="16739"/>
                    <a:pt x="15952" y="2092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82" name="直线"/>
            <p:cNvSpPr/>
            <p:nvPr/>
          </p:nvSpPr>
          <p:spPr>
            <a:xfrm>
              <a:off x="13135698" y="8183701"/>
              <a:ext cx="5184" cy="242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347"/>
                    <a:pt x="0" y="8694"/>
                    <a:pt x="3600" y="12294"/>
                  </a:cubicBezTo>
                  <a:cubicBezTo>
                    <a:pt x="7200" y="15894"/>
                    <a:pt x="14400" y="18747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83" name="直线"/>
            <p:cNvSpPr/>
            <p:nvPr/>
          </p:nvSpPr>
          <p:spPr>
            <a:xfrm>
              <a:off x="13437655" y="8157488"/>
              <a:ext cx="242162" cy="2837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6" h="21299" extrusionOk="0">
                  <a:moveTo>
                    <a:pt x="1714" y="253"/>
                  </a:moveTo>
                  <a:cubicBezTo>
                    <a:pt x="948" y="25"/>
                    <a:pt x="182" y="-204"/>
                    <a:pt x="29" y="310"/>
                  </a:cubicBezTo>
                  <a:cubicBezTo>
                    <a:pt x="-124" y="825"/>
                    <a:pt x="336" y="2082"/>
                    <a:pt x="1102" y="4539"/>
                  </a:cubicBezTo>
                  <a:cubicBezTo>
                    <a:pt x="1868" y="6996"/>
                    <a:pt x="2940" y="10653"/>
                    <a:pt x="3782" y="13396"/>
                  </a:cubicBezTo>
                  <a:cubicBezTo>
                    <a:pt x="4625" y="16139"/>
                    <a:pt x="5238" y="17967"/>
                    <a:pt x="5774" y="19225"/>
                  </a:cubicBezTo>
                  <a:cubicBezTo>
                    <a:pt x="6310" y="20482"/>
                    <a:pt x="6770" y="21167"/>
                    <a:pt x="7229" y="21282"/>
                  </a:cubicBezTo>
                  <a:cubicBezTo>
                    <a:pt x="7689" y="21396"/>
                    <a:pt x="8148" y="20939"/>
                    <a:pt x="9144" y="19282"/>
                  </a:cubicBezTo>
                  <a:cubicBezTo>
                    <a:pt x="10140" y="17625"/>
                    <a:pt x="11672" y="14767"/>
                    <a:pt x="13587" y="11853"/>
                  </a:cubicBezTo>
                  <a:cubicBezTo>
                    <a:pt x="15502" y="8939"/>
                    <a:pt x="17799" y="5967"/>
                    <a:pt x="19178" y="4082"/>
                  </a:cubicBezTo>
                  <a:cubicBezTo>
                    <a:pt x="20557" y="2196"/>
                    <a:pt x="21016" y="1396"/>
                    <a:pt x="21476" y="596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84" name="直线"/>
            <p:cNvSpPr/>
            <p:nvPr/>
          </p:nvSpPr>
          <p:spPr>
            <a:xfrm>
              <a:off x="13796570" y="8135643"/>
              <a:ext cx="292630" cy="312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2" h="21113" extrusionOk="0">
                  <a:moveTo>
                    <a:pt x="1675" y="10653"/>
                  </a:moveTo>
                  <a:cubicBezTo>
                    <a:pt x="4047" y="10447"/>
                    <a:pt x="6419" y="10242"/>
                    <a:pt x="9166" y="9367"/>
                  </a:cubicBezTo>
                  <a:cubicBezTo>
                    <a:pt x="11913" y="8493"/>
                    <a:pt x="15034" y="6950"/>
                    <a:pt x="16782" y="5562"/>
                  </a:cubicBezTo>
                  <a:cubicBezTo>
                    <a:pt x="18530" y="4173"/>
                    <a:pt x="18905" y="2939"/>
                    <a:pt x="18530" y="1962"/>
                  </a:cubicBezTo>
                  <a:cubicBezTo>
                    <a:pt x="18155" y="984"/>
                    <a:pt x="17032" y="264"/>
                    <a:pt x="15284" y="59"/>
                  </a:cubicBezTo>
                  <a:cubicBezTo>
                    <a:pt x="13536" y="-147"/>
                    <a:pt x="11164" y="162"/>
                    <a:pt x="8604" y="1447"/>
                  </a:cubicBezTo>
                  <a:cubicBezTo>
                    <a:pt x="6044" y="2733"/>
                    <a:pt x="3298" y="4996"/>
                    <a:pt x="1675" y="7722"/>
                  </a:cubicBezTo>
                  <a:cubicBezTo>
                    <a:pt x="51" y="10447"/>
                    <a:pt x="-448" y="13636"/>
                    <a:pt x="426" y="16104"/>
                  </a:cubicBezTo>
                  <a:cubicBezTo>
                    <a:pt x="1300" y="18573"/>
                    <a:pt x="3547" y="20322"/>
                    <a:pt x="6981" y="20887"/>
                  </a:cubicBezTo>
                  <a:cubicBezTo>
                    <a:pt x="10414" y="21453"/>
                    <a:pt x="15034" y="20836"/>
                    <a:pt x="17594" y="20373"/>
                  </a:cubicBezTo>
                  <a:cubicBezTo>
                    <a:pt x="20153" y="19910"/>
                    <a:pt x="20653" y="19602"/>
                    <a:pt x="21152" y="19293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85" name="直线"/>
            <p:cNvSpPr/>
            <p:nvPr/>
          </p:nvSpPr>
          <p:spPr>
            <a:xfrm>
              <a:off x="10752805" y="9341120"/>
              <a:ext cx="25078" cy="555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1" h="21600" extrusionOk="0">
                  <a:moveTo>
                    <a:pt x="21311" y="0"/>
                  </a:moveTo>
                  <a:cubicBezTo>
                    <a:pt x="15551" y="1452"/>
                    <a:pt x="9791" y="2903"/>
                    <a:pt x="6191" y="4761"/>
                  </a:cubicBezTo>
                  <a:cubicBezTo>
                    <a:pt x="2591" y="6619"/>
                    <a:pt x="1151" y="8884"/>
                    <a:pt x="431" y="11206"/>
                  </a:cubicBezTo>
                  <a:cubicBezTo>
                    <a:pt x="-289" y="13529"/>
                    <a:pt x="-289" y="15910"/>
                    <a:pt x="1871" y="17652"/>
                  </a:cubicBezTo>
                  <a:cubicBezTo>
                    <a:pt x="4031" y="19394"/>
                    <a:pt x="8351" y="20497"/>
                    <a:pt x="12671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86" name="直线"/>
            <p:cNvSpPr/>
            <p:nvPr/>
          </p:nvSpPr>
          <p:spPr>
            <a:xfrm>
              <a:off x="10589795" y="9842895"/>
              <a:ext cx="305007" cy="258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23" extrusionOk="0">
                  <a:moveTo>
                    <a:pt x="0" y="0"/>
                  </a:moveTo>
                  <a:cubicBezTo>
                    <a:pt x="0" y="4369"/>
                    <a:pt x="0" y="8737"/>
                    <a:pt x="780" y="12438"/>
                  </a:cubicBezTo>
                  <a:cubicBezTo>
                    <a:pt x="1560" y="16139"/>
                    <a:pt x="3120" y="19173"/>
                    <a:pt x="5340" y="20387"/>
                  </a:cubicBezTo>
                  <a:cubicBezTo>
                    <a:pt x="7560" y="21600"/>
                    <a:pt x="10440" y="20993"/>
                    <a:pt x="12960" y="19294"/>
                  </a:cubicBezTo>
                  <a:cubicBezTo>
                    <a:pt x="15480" y="17596"/>
                    <a:pt x="17640" y="14805"/>
                    <a:pt x="19020" y="13106"/>
                  </a:cubicBezTo>
                  <a:cubicBezTo>
                    <a:pt x="20400" y="11407"/>
                    <a:pt x="21000" y="10800"/>
                    <a:pt x="21600" y="10193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87" name="直线"/>
            <p:cNvSpPr/>
            <p:nvPr/>
          </p:nvSpPr>
          <p:spPr>
            <a:xfrm>
              <a:off x="7969193" y="10571150"/>
              <a:ext cx="560591" cy="6810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6" h="21564" extrusionOk="0">
                  <a:moveTo>
                    <a:pt x="965" y="677"/>
                  </a:moveTo>
                  <a:cubicBezTo>
                    <a:pt x="745" y="558"/>
                    <a:pt x="526" y="438"/>
                    <a:pt x="333" y="299"/>
                  </a:cubicBezTo>
                  <a:cubicBezTo>
                    <a:pt x="141" y="159"/>
                    <a:pt x="-24" y="0"/>
                    <a:pt x="3" y="0"/>
                  </a:cubicBezTo>
                  <a:cubicBezTo>
                    <a:pt x="31" y="0"/>
                    <a:pt x="251" y="159"/>
                    <a:pt x="443" y="797"/>
                  </a:cubicBezTo>
                  <a:cubicBezTo>
                    <a:pt x="636" y="1435"/>
                    <a:pt x="800" y="2551"/>
                    <a:pt x="938" y="3866"/>
                  </a:cubicBezTo>
                  <a:cubicBezTo>
                    <a:pt x="1075" y="5181"/>
                    <a:pt x="1185" y="6695"/>
                    <a:pt x="1323" y="8309"/>
                  </a:cubicBezTo>
                  <a:cubicBezTo>
                    <a:pt x="1460" y="9923"/>
                    <a:pt x="1625" y="11637"/>
                    <a:pt x="1927" y="13291"/>
                  </a:cubicBezTo>
                  <a:cubicBezTo>
                    <a:pt x="2229" y="14945"/>
                    <a:pt x="2669" y="16539"/>
                    <a:pt x="3081" y="17834"/>
                  </a:cubicBezTo>
                  <a:cubicBezTo>
                    <a:pt x="3494" y="19129"/>
                    <a:pt x="3878" y="20125"/>
                    <a:pt x="4153" y="20743"/>
                  </a:cubicBezTo>
                  <a:cubicBezTo>
                    <a:pt x="4428" y="21361"/>
                    <a:pt x="4593" y="21600"/>
                    <a:pt x="4730" y="21560"/>
                  </a:cubicBezTo>
                  <a:cubicBezTo>
                    <a:pt x="4868" y="21520"/>
                    <a:pt x="4978" y="21201"/>
                    <a:pt x="5142" y="20325"/>
                  </a:cubicBezTo>
                  <a:cubicBezTo>
                    <a:pt x="5307" y="19448"/>
                    <a:pt x="5527" y="18013"/>
                    <a:pt x="5802" y="16559"/>
                  </a:cubicBezTo>
                  <a:cubicBezTo>
                    <a:pt x="6077" y="15104"/>
                    <a:pt x="6407" y="13630"/>
                    <a:pt x="6846" y="12215"/>
                  </a:cubicBezTo>
                  <a:cubicBezTo>
                    <a:pt x="7286" y="10800"/>
                    <a:pt x="7836" y="9445"/>
                    <a:pt x="8165" y="8648"/>
                  </a:cubicBezTo>
                  <a:cubicBezTo>
                    <a:pt x="8495" y="7851"/>
                    <a:pt x="8605" y="7612"/>
                    <a:pt x="8770" y="7432"/>
                  </a:cubicBezTo>
                  <a:cubicBezTo>
                    <a:pt x="8935" y="7253"/>
                    <a:pt x="9155" y="7134"/>
                    <a:pt x="9347" y="7233"/>
                  </a:cubicBezTo>
                  <a:cubicBezTo>
                    <a:pt x="9539" y="7333"/>
                    <a:pt x="9704" y="7652"/>
                    <a:pt x="9979" y="8528"/>
                  </a:cubicBezTo>
                  <a:cubicBezTo>
                    <a:pt x="10254" y="9405"/>
                    <a:pt x="10639" y="10840"/>
                    <a:pt x="11106" y="12255"/>
                  </a:cubicBezTo>
                  <a:cubicBezTo>
                    <a:pt x="11573" y="13669"/>
                    <a:pt x="12123" y="15064"/>
                    <a:pt x="12672" y="16180"/>
                  </a:cubicBezTo>
                  <a:cubicBezTo>
                    <a:pt x="13222" y="17296"/>
                    <a:pt x="13771" y="18133"/>
                    <a:pt x="14211" y="18571"/>
                  </a:cubicBezTo>
                  <a:cubicBezTo>
                    <a:pt x="14651" y="19010"/>
                    <a:pt x="14981" y="19049"/>
                    <a:pt x="15338" y="18850"/>
                  </a:cubicBezTo>
                  <a:cubicBezTo>
                    <a:pt x="15695" y="18651"/>
                    <a:pt x="16080" y="18213"/>
                    <a:pt x="16547" y="17356"/>
                  </a:cubicBezTo>
                  <a:cubicBezTo>
                    <a:pt x="17014" y="16499"/>
                    <a:pt x="17564" y="15224"/>
                    <a:pt x="18086" y="13889"/>
                  </a:cubicBezTo>
                  <a:cubicBezTo>
                    <a:pt x="18608" y="12554"/>
                    <a:pt x="19103" y="11159"/>
                    <a:pt x="19542" y="9863"/>
                  </a:cubicBezTo>
                  <a:cubicBezTo>
                    <a:pt x="19982" y="8568"/>
                    <a:pt x="20367" y="7373"/>
                    <a:pt x="20669" y="6117"/>
                  </a:cubicBezTo>
                  <a:cubicBezTo>
                    <a:pt x="20971" y="4862"/>
                    <a:pt x="21191" y="3547"/>
                    <a:pt x="21329" y="2750"/>
                  </a:cubicBezTo>
                  <a:cubicBezTo>
                    <a:pt x="21466" y="1953"/>
                    <a:pt x="21521" y="1674"/>
                    <a:pt x="21576" y="1395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88" name="直线"/>
            <p:cNvSpPr/>
            <p:nvPr/>
          </p:nvSpPr>
          <p:spPr>
            <a:xfrm>
              <a:off x="8666876" y="10830417"/>
              <a:ext cx="261335" cy="27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1" extrusionOk="0">
                  <a:moveTo>
                    <a:pt x="0" y="0"/>
                  </a:moveTo>
                  <a:cubicBezTo>
                    <a:pt x="1062" y="2822"/>
                    <a:pt x="2125" y="5643"/>
                    <a:pt x="2774" y="8854"/>
                  </a:cubicBezTo>
                  <a:cubicBezTo>
                    <a:pt x="3423" y="12065"/>
                    <a:pt x="3659" y="15665"/>
                    <a:pt x="3718" y="17757"/>
                  </a:cubicBezTo>
                  <a:cubicBezTo>
                    <a:pt x="3777" y="19849"/>
                    <a:pt x="3659" y="20432"/>
                    <a:pt x="3364" y="20870"/>
                  </a:cubicBezTo>
                  <a:cubicBezTo>
                    <a:pt x="3069" y="21308"/>
                    <a:pt x="2597" y="21600"/>
                    <a:pt x="2361" y="21503"/>
                  </a:cubicBezTo>
                  <a:cubicBezTo>
                    <a:pt x="2125" y="21405"/>
                    <a:pt x="2125" y="20919"/>
                    <a:pt x="2656" y="19168"/>
                  </a:cubicBezTo>
                  <a:cubicBezTo>
                    <a:pt x="3187" y="17416"/>
                    <a:pt x="4249" y="14400"/>
                    <a:pt x="5666" y="11773"/>
                  </a:cubicBezTo>
                  <a:cubicBezTo>
                    <a:pt x="7082" y="9146"/>
                    <a:pt x="8852" y="6908"/>
                    <a:pt x="11567" y="5011"/>
                  </a:cubicBezTo>
                  <a:cubicBezTo>
                    <a:pt x="14282" y="3114"/>
                    <a:pt x="17941" y="155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89" name="直线"/>
            <p:cNvSpPr/>
            <p:nvPr/>
          </p:nvSpPr>
          <p:spPr>
            <a:xfrm>
              <a:off x="9024512" y="10845520"/>
              <a:ext cx="349253" cy="259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4" h="21550" extrusionOk="0">
                  <a:moveTo>
                    <a:pt x="9357" y="4383"/>
                  </a:moveTo>
                  <a:cubicBezTo>
                    <a:pt x="8479" y="3130"/>
                    <a:pt x="7601" y="1878"/>
                    <a:pt x="6986" y="1096"/>
                  </a:cubicBezTo>
                  <a:cubicBezTo>
                    <a:pt x="6372" y="313"/>
                    <a:pt x="6020" y="0"/>
                    <a:pt x="5406" y="0"/>
                  </a:cubicBezTo>
                  <a:cubicBezTo>
                    <a:pt x="4791" y="0"/>
                    <a:pt x="3913" y="313"/>
                    <a:pt x="2947" y="2139"/>
                  </a:cubicBezTo>
                  <a:cubicBezTo>
                    <a:pt x="1981" y="3965"/>
                    <a:pt x="928" y="7304"/>
                    <a:pt x="401" y="10487"/>
                  </a:cubicBezTo>
                  <a:cubicBezTo>
                    <a:pt x="-126" y="13670"/>
                    <a:pt x="-126" y="16696"/>
                    <a:pt x="357" y="18678"/>
                  </a:cubicBezTo>
                  <a:cubicBezTo>
                    <a:pt x="840" y="20661"/>
                    <a:pt x="1806" y="21600"/>
                    <a:pt x="3079" y="21548"/>
                  </a:cubicBezTo>
                  <a:cubicBezTo>
                    <a:pt x="4352" y="21496"/>
                    <a:pt x="5933" y="20452"/>
                    <a:pt x="7294" y="18470"/>
                  </a:cubicBezTo>
                  <a:cubicBezTo>
                    <a:pt x="8654" y="16487"/>
                    <a:pt x="9796" y="13565"/>
                    <a:pt x="10586" y="10957"/>
                  </a:cubicBezTo>
                  <a:cubicBezTo>
                    <a:pt x="11376" y="8348"/>
                    <a:pt x="11815" y="6052"/>
                    <a:pt x="12123" y="4643"/>
                  </a:cubicBezTo>
                  <a:cubicBezTo>
                    <a:pt x="12430" y="3235"/>
                    <a:pt x="12606" y="2713"/>
                    <a:pt x="12694" y="2922"/>
                  </a:cubicBezTo>
                  <a:cubicBezTo>
                    <a:pt x="12781" y="3130"/>
                    <a:pt x="12781" y="4070"/>
                    <a:pt x="12869" y="5530"/>
                  </a:cubicBezTo>
                  <a:cubicBezTo>
                    <a:pt x="12957" y="6991"/>
                    <a:pt x="13133" y="8974"/>
                    <a:pt x="13835" y="10435"/>
                  </a:cubicBezTo>
                  <a:cubicBezTo>
                    <a:pt x="14537" y="11896"/>
                    <a:pt x="15767" y="12835"/>
                    <a:pt x="17128" y="13200"/>
                  </a:cubicBezTo>
                  <a:cubicBezTo>
                    <a:pt x="18489" y="13565"/>
                    <a:pt x="19981" y="13357"/>
                    <a:pt x="21474" y="13148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90" name="直线"/>
            <p:cNvSpPr/>
            <p:nvPr/>
          </p:nvSpPr>
          <p:spPr>
            <a:xfrm>
              <a:off x="9621870" y="10800211"/>
              <a:ext cx="30366" cy="514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6" h="21575" extrusionOk="0">
                  <a:moveTo>
                    <a:pt x="9094" y="0"/>
                  </a:moveTo>
                  <a:cubicBezTo>
                    <a:pt x="5167" y="528"/>
                    <a:pt x="1239" y="1056"/>
                    <a:pt x="258" y="2456"/>
                  </a:cubicBezTo>
                  <a:cubicBezTo>
                    <a:pt x="-724" y="3855"/>
                    <a:pt x="1240" y="6126"/>
                    <a:pt x="3694" y="8318"/>
                  </a:cubicBezTo>
                  <a:cubicBezTo>
                    <a:pt x="6149" y="10510"/>
                    <a:pt x="9094" y="12622"/>
                    <a:pt x="11549" y="14708"/>
                  </a:cubicBezTo>
                  <a:cubicBezTo>
                    <a:pt x="14003" y="16794"/>
                    <a:pt x="15967" y="18854"/>
                    <a:pt x="17440" y="20042"/>
                  </a:cubicBezTo>
                  <a:cubicBezTo>
                    <a:pt x="18912" y="21230"/>
                    <a:pt x="19894" y="21547"/>
                    <a:pt x="20385" y="21574"/>
                  </a:cubicBezTo>
                  <a:cubicBezTo>
                    <a:pt x="20876" y="21600"/>
                    <a:pt x="20876" y="21336"/>
                    <a:pt x="20876" y="21072"/>
                  </a:cubicBezTo>
                  <a:cubicBezTo>
                    <a:pt x="20876" y="20808"/>
                    <a:pt x="20876" y="20544"/>
                    <a:pt x="20876" y="2028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91" name="直线"/>
            <p:cNvSpPr/>
            <p:nvPr/>
          </p:nvSpPr>
          <p:spPr>
            <a:xfrm>
              <a:off x="9613677" y="10806646"/>
              <a:ext cx="202610" cy="227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5" h="21468" extrusionOk="0">
                  <a:moveTo>
                    <a:pt x="0" y="1530"/>
                  </a:moveTo>
                  <a:cubicBezTo>
                    <a:pt x="4767" y="936"/>
                    <a:pt x="9534" y="343"/>
                    <a:pt x="13034" y="105"/>
                  </a:cubicBezTo>
                  <a:cubicBezTo>
                    <a:pt x="16535" y="-132"/>
                    <a:pt x="18770" y="-13"/>
                    <a:pt x="20036" y="936"/>
                  </a:cubicBezTo>
                  <a:cubicBezTo>
                    <a:pt x="21302" y="1886"/>
                    <a:pt x="21600" y="3666"/>
                    <a:pt x="20259" y="6039"/>
                  </a:cubicBezTo>
                  <a:cubicBezTo>
                    <a:pt x="18919" y="8413"/>
                    <a:pt x="15939" y="11380"/>
                    <a:pt x="12439" y="14050"/>
                  </a:cubicBezTo>
                  <a:cubicBezTo>
                    <a:pt x="8938" y="16721"/>
                    <a:pt x="4916" y="19094"/>
                    <a:pt x="894" y="21468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92" name="直线"/>
            <p:cNvSpPr/>
            <p:nvPr/>
          </p:nvSpPr>
          <p:spPr>
            <a:xfrm>
              <a:off x="10022640" y="10728472"/>
              <a:ext cx="30879" cy="557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0" h="21538" extrusionOk="0">
                  <a:moveTo>
                    <a:pt x="16321" y="0"/>
                  </a:moveTo>
                  <a:cubicBezTo>
                    <a:pt x="11412" y="973"/>
                    <a:pt x="6503" y="1946"/>
                    <a:pt x="3557" y="3284"/>
                  </a:cubicBezTo>
                  <a:cubicBezTo>
                    <a:pt x="612" y="4622"/>
                    <a:pt x="-370" y="6324"/>
                    <a:pt x="121" y="8003"/>
                  </a:cubicBezTo>
                  <a:cubicBezTo>
                    <a:pt x="612" y="9681"/>
                    <a:pt x="2576" y="11335"/>
                    <a:pt x="5521" y="13184"/>
                  </a:cubicBezTo>
                  <a:cubicBezTo>
                    <a:pt x="8467" y="15032"/>
                    <a:pt x="12394" y="17076"/>
                    <a:pt x="14848" y="18341"/>
                  </a:cubicBezTo>
                  <a:cubicBezTo>
                    <a:pt x="17303" y="19605"/>
                    <a:pt x="18285" y="20092"/>
                    <a:pt x="19267" y="20554"/>
                  </a:cubicBezTo>
                  <a:cubicBezTo>
                    <a:pt x="20248" y="21016"/>
                    <a:pt x="21230" y="21454"/>
                    <a:pt x="21230" y="21527"/>
                  </a:cubicBezTo>
                  <a:cubicBezTo>
                    <a:pt x="21230" y="21600"/>
                    <a:pt x="20248" y="21308"/>
                    <a:pt x="18776" y="21041"/>
                  </a:cubicBezTo>
                  <a:cubicBezTo>
                    <a:pt x="17303" y="20773"/>
                    <a:pt x="15339" y="20530"/>
                    <a:pt x="13375" y="20286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93" name="直线"/>
            <p:cNvSpPr/>
            <p:nvPr/>
          </p:nvSpPr>
          <p:spPr>
            <a:xfrm>
              <a:off x="9986399" y="10727468"/>
              <a:ext cx="200635" cy="2539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4" h="21367" extrusionOk="0">
                  <a:moveTo>
                    <a:pt x="5850" y="1038"/>
                  </a:moveTo>
                  <a:cubicBezTo>
                    <a:pt x="8850" y="402"/>
                    <a:pt x="11850" y="-233"/>
                    <a:pt x="14625" y="85"/>
                  </a:cubicBezTo>
                  <a:cubicBezTo>
                    <a:pt x="17400" y="402"/>
                    <a:pt x="19950" y="1673"/>
                    <a:pt x="20775" y="3579"/>
                  </a:cubicBezTo>
                  <a:cubicBezTo>
                    <a:pt x="21600" y="5485"/>
                    <a:pt x="20700" y="8026"/>
                    <a:pt x="18300" y="10726"/>
                  </a:cubicBezTo>
                  <a:cubicBezTo>
                    <a:pt x="15900" y="13426"/>
                    <a:pt x="12000" y="16285"/>
                    <a:pt x="8700" y="18085"/>
                  </a:cubicBezTo>
                  <a:cubicBezTo>
                    <a:pt x="5400" y="19885"/>
                    <a:pt x="2700" y="20626"/>
                    <a:pt x="0" y="21367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94" name="直线"/>
            <p:cNvSpPr/>
            <p:nvPr/>
          </p:nvSpPr>
          <p:spPr>
            <a:xfrm>
              <a:off x="10343306" y="10725859"/>
              <a:ext cx="251446" cy="2632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7" h="21416" extrusionOk="0">
                  <a:moveTo>
                    <a:pt x="3914" y="12189"/>
                  </a:moveTo>
                  <a:cubicBezTo>
                    <a:pt x="3182" y="12394"/>
                    <a:pt x="2450" y="12599"/>
                    <a:pt x="2084" y="12957"/>
                  </a:cubicBezTo>
                  <a:cubicBezTo>
                    <a:pt x="1717" y="13315"/>
                    <a:pt x="1717" y="13827"/>
                    <a:pt x="2084" y="14134"/>
                  </a:cubicBezTo>
                  <a:cubicBezTo>
                    <a:pt x="2450" y="14441"/>
                    <a:pt x="3182" y="14544"/>
                    <a:pt x="5134" y="14083"/>
                  </a:cubicBezTo>
                  <a:cubicBezTo>
                    <a:pt x="7087" y="13622"/>
                    <a:pt x="10260" y="12599"/>
                    <a:pt x="12945" y="10654"/>
                  </a:cubicBezTo>
                  <a:cubicBezTo>
                    <a:pt x="15629" y="8709"/>
                    <a:pt x="17826" y="5842"/>
                    <a:pt x="18985" y="4102"/>
                  </a:cubicBezTo>
                  <a:cubicBezTo>
                    <a:pt x="20145" y="2362"/>
                    <a:pt x="20267" y="1748"/>
                    <a:pt x="20084" y="1236"/>
                  </a:cubicBezTo>
                  <a:cubicBezTo>
                    <a:pt x="19901" y="724"/>
                    <a:pt x="19412" y="314"/>
                    <a:pt x="17948" y="110"/>
                  </a:cubicBezTo>
                  <a:cubicBezTo>
                    <a:pt x="16484" y="-95"/>
                    <a:pt x="14043" y="-95"/>
                    <a:pt x="11358" y="826"/>
                  </a:cubicBezTo>
                  <a:cubicBezTo>
                    <a:pt x="8673" y="1748"/>
                    <a:pt x="5745" y="3590"/>
                    <a:pt x="3609" y="5945"/>
                  </a:cubicBezTo>
                  <a:cubicBezTo>
                    <a:pt x="1473" y="8299"/>
                    <a:pt x="131" y="11166"/>
                    <a:pt x="9" y="13674"/>
                  </a:cubicBezTo>
                  <a:cubicBezTo>
                    <a:pt x="-113" y="16182"/>
                    <a:pt x="985" y="18332"/>
                    <a:pt x="3182" y="19662"/>
                  </a:cubicBezTo>
                  <a:cubicBezTo>
                    <a:pt x="5379" y="20993"/>
                    <a:pt x="8673" y="21505"/>
                    <a:pt x="11907" y="21403"/>
                  </a:cubicBezTo>
                  <a:cubicBezTo>
                    <a:pt x="15141" y="21300"/>
                    <a:pt x="18314" y="20584"/>
                    <a:pt x="21487" y="19867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95" name="直线"/>
            <p:cNvSpPr/>
            <p:nvPr/>
          </p:nvSpPr>
          <p:spPr>
            <a:xfrm>
              <a:off x="10852599" y="10737509"/>
              <a:ext cx="213411" cy="2397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7" h="21315" extrusionOk="0">
                  <a:moveTo>
                    <a:pt x="15369" y="1883"/>
                  </a:moveTo>
                  <a:cubicBezTo>
                    <a:pt x="12937" y="1211"/>
                    <a:pt x="10505" y="540"/>
                    <a:pt x="8932" y="204"/>
                  </a:cubicBezTo>
                  <a:cubicBezTo>
                    <a:pt x="7358" y="-132"/>
                    <a:pt x="6643" y="-132"/>
                    <a:pt x="5499" y="819"/>
                  </a:cubicBezTo>
                  <a:cubicBezTo>
                    <a:pt x="4354" y="1771"/>
                    <a:pt x="2781" y="3673"/>
                    <a:pt x="1637" y="6695"/>
                  </a:cubicBezTo>
                  <a:cubicBezTo>
                    <a:pt x="492" y="9717"/>
                    <a:pt x="-223" y="13858"/>
                    <a:pt x="63" y="16711"/>
                  </a:cubicBezTo>
                  <a:cubicBezTo>
                    <a:pt x="349" y="19565"/>
                    <a:pt x="1637" y="21132"/>
                    <a:pt x="3782" y="21300"/>
                  </a:cubicBezTo>
                  <a:cubicBezTo>
                    <a:pt x="5928" y="21468"/>
                    <a:pt x="8932" y="20237"/>
                    <a:pt x="12007" y="18334"/>
                  </a:cubicBezTo>
                  <a:cubicBezTo>
                    <a:pt x="15083" y="16432"/>
                    <a:pt x="18230" y="13858"/>
                    <a:pt x="21377" y="11284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96" name="直线"/>
            <p:cNvSpPr/>
            <p:nvPr/>
          </p:nvSpPr>
          <p:spPr>
            <a:xfrm>
              <a:off x="11138015" y="10501928"/>
              <a:ext cx="22246" cy="415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600" extrusionOk="0">
                  <a:moveTo>
                    <a:pt x="21030" y="0"/>
                  </a:moveTo>
                  <a:cubicBezTo>
                    <a:pt x="16980" y="1833"/>
                    <a:pt x="12930" y="3665"/>
                    <a:pt x="10905" y="6022"/>
                  </a:cubicBezTo>
                  <a:cubicBezTo>
                    <a:pt x="8880" y="8378"/>
                    <a:pt x="8880" y="11258"/>
                    <a:pt x="6855" y="13745"/>
                  </a:cubicBezTo>
                  <a:cubicBezTo>
                    <a:pt x="4830" y="16233"/>
                    <a:pt x="780" y="18327"/>
                    <a:pt x="105" y="19571"/>
                  </a:cubicBezTo>
                  <a:cubicBezTo>
                    <a:pt x="-570" y="20815"/>
                    <a:pt x="2130" y="21207"/>
                    <a:pt x="483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97" name="直线"/>
            <p:cNvSpPr/>
            <p:nvPr/>
          </p:nvSpPr>
          <p:spPr>
            <a:xfrm>
              <a:off x="11785573" y="10391099"/>
              <a:ext cx="338626" cy="726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0" h="21565" extrusionOk="0">
                  <a:moveTo>
                    <a:pt x="21520" y="1385"/>
                  </a:moveTo>
                  <a:cubicBezTo>
                    <a:pt x="21520" y="1049"/>
                    <a:pt x="21520" y="712"/>
                    <a:pt x="21338" y="469"/>
                  </a:cubicBezTo>
                  <a:cubicBezTo>
                    <a:pt x="21157" y="227"/>
                    <a:pt x="20794" y="77"/>
                    <a:pt x="19614" y="21"/>
                  </a:cubicBezTo>
                  <a:cubicBezTo>
                    <a:pt x="18434" y="-35"/>
                    <a:pt x="16438" y="2"/>
                    <a:pt x="14259" y="376"/>
                  </a:cubicBezTo>
                  <a:cubicBezTo>
                    <a:pt x="12081" y="750"/>
                    <a:pt x="9722" y="1460"/>
                    <a:pt x="7453" y="2301"/>
                  </a:cubicBezTo>
                  <a:cubicBezTo>
                    <a:pt x="5184" y="3141"/>
                    <a:pt x="3006" y="4113"/>
                    <a:pt x="1690" y="5216"/>
                  </a:cubicBezTo>
                  <a:cubicBezTo>
                    <a:pt x="374" y="6318"/>
                    <a:pt x="-80" y="7551"/>
                    <a:pt x="11" y="8616"/>
                  </a:cubicBezTo>
                  <a:cubicBezTo>
                    <a:pt x="102" y="9681"/>
                    <a:pt x="737" y="10578"/>
                    <a:pt x="2416" y="11400"/>
                  </a:cubicBezTo>
                  <a:cubicBezTo>
                    <a:pt x="4095" y="12222"/>
                    <a:pt x="6817" y="12970"/>
                    <a:pt x="9586" y="13605"/>
                  </a:cubicBezTo>
                  <a:cubicBezTo>
                    <a:pt x="12354" y="14240"/>
                    <a:pt x="15167" y="14764"/>
                    <a:pt x="16891" y="15287"/>
                  </a:cubicBezTo>
                  <a:cubicBezTo>
                    <a:pt x="18616" y="15810"/>
                    <a:pt x="19251" y="16333"/>
                    <a:pt x="18661" y="17006"/>
                  </a:cubicBezTo>
                  <a:cubicBezTo>
                    <a:pt x="18071" y="17679"/>
                    <a:pt x="16256" y="18501"/>
                    <a:pt x="13987" y="19155"/>
                  </a:cubicBezTo>
                  <a:cubicBezTo>
                    <a:pt x="11718" y="19809"/>
                    <a:pt x="8996" y="20294"/>
                    <a:pt x="6591" y="20668"/>
                  </a:cubicBezTo>
                  <a:cubicBezTo>
                    <a:pt x="4186" y="21042"/>
                    <a:pt x="2098" y="21303"/>
                    <a:pt x="11" y="21565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98" name="直线"/>
            <p:cNvSpPr/>
            <p:nvPr/>
          </p:nvSpPr>
          <p:spPr>
            <a:xfrm>
              <a:off x="12444693" y="10494376"/>
              <a:ext cx="202174" cy="498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1462" extrusionOk="0">
                  <a:moveTo>
                    <a:pt x="3281" y="0"/>
                  </a:moveTo>
                  <a:cubicBezTo>
                    <a:pt x="2825" y="1516"/>
                    <a:pt x="2369" y="3032"/>
                    <a:pt x="1988" y="4791"/>
                  </a:cubicBezTo>
                  <a:cubicBezTo>
                    <a:pt x="1608" y="6550"/>
                    <a:pt x="1304" y="8553"/>
                    <a:pt x="924" y="10692"/>
                  </a:cubicBezTo>
                  <a:cubicBezTo>
                    <a:pt x="543" y="12830"/>
                    <a:pt x="87" y="15104"/>
                    <a:pt x="11" y="16890"/>
                  </a:cubicBezTo>
                  <a:cubicBezTo>
                    <a:pt x="-65" y="18677"/>
                    <a:pt x="239" y="19976"/>
                    <a:pt x="1304" y="20707"/>
                  </a:cubicBezTo>
                  <a:cubicBezTo>
                    <a:pt x="2369" y="21438"/>
                    <a:pt x="4194" y="21600"/>
                    <a:pt x="7084" y="21356"/>
                  </a:cubicBezTo>
                  <a:cubicBezTo>
                    <a:pt x="9974" y="21113"/>
                    <a:pt x="13929" y="20463"/>
                    <a:pt x="16515" y="19841"/>
                  </a:cubicBezTo>
                  <a:cubicBezTo>
                    <a:pt x="19101" y="19218"/>
                    <a:pt x="20318" y="18623"/>
                    <a:pt x="21535" y="18027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899" name="直线"/>
            <p:cNvSpPr/>
            <p:nvPr/>
          </p:nvSpPr>
          <p:spPr>
            <a:xfrm>
              <a:off x="12334122" y="10575851"/>
              <a:ext cx="321314" cy="317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89" extrusionOk="0">
                  <a:moveTo>
                    <a:pt x="0" y="20989"/>
                  </a:moveTo>
                  <a:cubicBezTo>
                    <a:pt x="3744" y="16835"/>
                    <a:pt x="7488" y="12681"/>
                    <a:pt x="10992" y="8943"/>
                  </a:cubicBezTo>
                  <a:cubicBezTo>
                    <a:pt x="14496" y="5205"/>
                    <a:pt x="17760" y="1881"/>
                    <a:pt x="19488" y="635"/>
                  </a:cubicBezTo>
                  <a:cubicBezTo>
                    <a:pt x="21216" y="-611"/>
                    <a:pt x="21408" y="220"/>
                    <a:pt x="21600" y="1051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00" name="直线"/>
            <p:cNvSpPr/>
            <p:nvPr/>
          </p:nvSpPr>
          <p:spPr>
            <a:xfrm>
              <a:off x="12795752" y="10626959"/>
              <a:ext cx="190659" cy="2050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7" h="21074" extrusionOk="0">
                  <a:moveTo>
                    <a:pt x="5751" y="1508"/>
                  </a:moveTo>
                  <a:cubicBezTo>
                    <a:pt x="4655" y="1637"/>
                    <a:pt x="3559" y="1766"/>
                    <a:pt x="2542" y="3060"/>
                  </a:cubicBezTo>
                  <a:cubicBezTo>
                    <a:pt x="1525" y="4353"/>
                    <a:pt x="586" y="6811"/>
                    <a:pt x="194" y="9398"/>
                  </a:cubicBezTo>
                  <a:cubicBezTo>
                    <a:pt x="-197" y="11984"/>
                    <a:pt x="-40" y="14701"/>
                    <a:pt x="1055" y="16899"/>
                  </a:cubicBezTo>
                  <a:cubicBezTo>
                    <a:pt x="2151" y="19098"/>
                    <a:pt x="4186" y="20780"/>
                    <a:pt x="6612" y="21038"/>
                  </a:cubicBezTo>
                  <a:cubicBezTo>
                    <a:pt x="9038" y="21297"/>
                    <a:pt x="11855" y="20133"/>
                    <a:pt x="14594" y="18063"/>
                  </a:cubicBezTo>
                  <a:cubicBezTo>
                    <a:pt x="17333" y="15994"/>
                    <a:pt x="19994" y="13019"/>
                    <a:pt x="20699" y="10497"/>
                  </a:cubicBezTo>
                  <a:cubicBezTo>
                    <a:pt x="21403" y="7975"/>
                    <a:pt x="20151" y="5905"/>
                    <a:pt x="18194" y="4095"/>
                  </a:cubicBezTo>
                  <a:cubicBezTo>
                    <a:pt x="16238" y="2284"/>
                    <a:pt x="13577" y="732"/>
                    <a:pt x="11151" y="214"/>
                  </a:cubicBezTo>
                  <a:cubicBezTo>
                    <a:pt x="8725" y="-303"/>
                    <a:pt x="6533" y="214"/>
                    <a:pt x="4342" y="732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01" name="直线"/>
            <p:cNvSpPr/>
            <p:nvPr/>
          </p:nvSpPr>
          <p:spPr>
            <a:xfrm>
              <a:off x="13143830" y="10607649"/>
              <a:ext cx="295608" cy="2137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56" extrusionOk="0">
                  <a:moveTo>
                    <a:pt x="0" y="0"/>
                  </a:moveTo>
                  <a:cubicBezTo>
                    <a:pt x="1565" y="4421"/>
                    <a:pt x="3130" y="8842"/>
                    <a:pt x="3652" y="12316"/>
                  </a:cubicBezTo>
                  <a:cubicBezTo>
                    <a:pt x="4174" y="15789"/>
                    <a:pt x="3652" y="18316"/>
                    <a:pt x="3130" y="19768"/>
                  </a:cubicBezTo>
                  <a:cubicBezTo>
                    <a:pt x="2609" y="21221"/>
                    <a:pt x="2087" y="21600"/>
                    <a:pt x="1878" y="21411"/>
                  </a:cubicBezTo>
                  <a:cubicBezTo>
                    <a:pt x="1670" y="21221"/>
                    <a:pt x="1774" y="20463"/>
                    <a:pt x="2765" y="18442"/>
                  </a:cubicBezTo>
                  <a:cubicBezTo>
                    <a:pt x="3757" y="16421"/>
                    <a:pt x="5635" y="13137"/>
                    <a:pt x="7722" y="10484"/>
                  </a:cubicBezTo>
                  <a:cubicBezTo>
                    <a:pt x="9809" y="7832"/>
                    <a:pt x="12104" y="5811"/>
                    <a:pt x="14452" y="4232"/>
                  </a:cubicBezTo>
                  <a:cubicBezTo>
                    <a:pt x="16800" y="2653"/>
                    <a:pt x="19200" y="1516"/>
                    <a:pt x="21600" y="379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02" name="直线"/>
            <p:cNvSpPr/>
            <p:nvPr/>
          </p:nvSpPr>
          <p:spPr>
            <a:xfrm>
              <a:off x="13645078" y="10543461"/>
              <a:ext cx="167083" cy="268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215" y="3042"/>
                    <a:pt x="4431" y="6085"/>
                    <a:pt x="6738" y="9025"/>
                  </a:cubicBezTo>
                  <a:cubicBezTo>
                    <a:pt x="9046" y="11966"/>
                    <a:pt x="11446" y="14806"/>
                    <a:pt x="13938" y="16885"/>
                  </a:cubicBezTo>
                  <a:cubicBezTo>
                    <a:pt x="16431" y="18963"/>
                    <a:pt x="19015" y="20282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03" name="直线"/>
            <p:cNvSpPr/>
            <p:nvPr/>
          </p:nvSpPr>
          <p:spPr>
            <a:xfrm>
              <a:off x="13632225" y="10539685"/>
              <a:ext cx="334165" cy="731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21600" y="0"/>
                  </a:moveTo>
                  <a:cubicBezTo>
                    <a:pt x="20954" y="1002"/>
                    <a:pt x="20308" y="2004"/>
                    <a:pt x="19015" y="3192"/>
                  </a:cubicBezTo>
                  <a:cubicBezTo>
                    <a:pt x="17723" y="4379"/>
                    <a:pt x="15785" y="5753"/>
                    <a:pt x="13938" y="7163"/>
                  </a:cubicBezTo>
                  <a:cubicBezTo>
                    <a:pt x="12092" y="8573"/>
                    <a:pt x="10338" y="10021"/>
                    <a:pt x="9000" y="11375"/>
                  </a:cubicBezTo>
                  <a:cubicBezTo>
                    <a:pt x="7662" y="12730"/>
                    <a:pt x="6738" y="13992"/>
                    <a:pt x="5769" y="15235"/>
                  </a:cubicBezTo>
                  <a:cubicBezTo>
                    <a:pt x="4800" y="16478"/>
                    <a:pt x="3785" y="17703"/>
                    <a:pt x="3000" y="18668"/>
                  </a:cubicBezTo>
                  <a:cubicBezTo>
                    <a:pt x="2215" y="19633"/>
                    <a:pt x="1661" y="20338"/>
                    <a:pt x="1246" y="20821"/>
                  </a:cubicBezTo>
                  <a:cubicBezTo>
                    <a:pt x="831" y="21303"/>
                    <a:pt x="554" y="21563"/>
                    <a:pt x="369" y="21581"/>
                  </a:cubicBezTo>
                  <a:cubicBezTo>
                    <a:pt x="185" y="21600"/>
                    <a:pt x="92" y="21377"/>
                    <a:pt x="0" y="21155"/>
                  </a:cubicBezTo>
                </a:path>
              </a:pathLst>
            </a:custGeom>
            <a:noFill/>
            <a:ln w="88900" cap="rnd">
              <a:solidFill>
                <a:srgbClr val="157EF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Avenir Next Demi Bold</vt:lpstr>
      <vt:lpstr>Avenir Next Medium</vt:lpstr>
      <vt:lpstr>Avenir Next Regular</vt:lpstr>
      <vt:lpstr>Canela Bold</vt:lpstr>
      <vt:lpstr>Canela Deck Regular</vt:lpstr>
      <vt:lpstr>Canela Regular</vt:lpstr>
      <vt:lpstr>Canela Text Regular</vt:lpstr>
      <vt:lpstr>Helvetica Neue</vt:lpstr>
      <vt:lpstr>23_ClassicWhite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LiWanlin</dc:creator>
  <cp:lastModifiedBy>666 7M7</cp:lastModifiedBy>
  <cp:revision>2</cp:revision>
  <dcterms:modified xsi:type="dcterms:W3CDTF">2026-09-08T00:27:46Z</dcterms:modified>
</cp:coreProperties>
</file>